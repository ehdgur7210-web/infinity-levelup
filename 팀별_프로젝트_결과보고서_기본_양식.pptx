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287" r:id="rId3"/>
    <p:sldId id="289" r:id="rId4"/>
    <p:sldId id="291" r:id="rId5"/>
    <p:sldId id="294" r:id="rId6"/>
    <p:sldId id="333" r:id="rId7"/>
    <p:sldId id="295" r:id="rId8"/>
    <p:sldId id="334" r:id="rId9"/>
    <p:sldId id="337" r:id="rId10"/>
    <p:sldId id="343" r:id="rId11"/>
    <p:sldId id="338" r:id="rId12"/>
    <p:sldId id="339" r:id="rId13"/>
    <p:sldId id="341" r:id="rId14"/>
    <p:sldId id="342" r:id="rId15"/>
    <p:sldId id="335" r:id="rId16"/>
    <p:sldId id="30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47" d="100"/>
          <a:sy n="47" d="100"/>
        </p:scale>
        <p:origin x="1046" y="3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hyperlink" Target="https://youtu.be/AzQ6RnzUnpE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sv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18" Type="http://schemas.openxmlformats.org/officeDocument/2006/relationships/image" Target="../media/image12.png"/><Relationship Id="rId3" Type="http://schemas.openxmlformats.org/officeDocument/2006/relationships/image" Target="../media/image32.svg"/><Relationship Id="rId21" Type="http://schemas.openxmlformats.org/officeDocument/2006/relationships/image" Target="../media/image59.svg"/><Relationship Id="rId7" Type="http://schemas.openxmlformats.org/officeDocument/2006/relationships/image" Target="../media/image51.svg"/><Relationship Id="rId12" Type="http://schemas.openxmlformats.org/officeDocument/2006/relationships/image" Target="../media/image56.png"/><Relationship Id="rId17" Type="http://schemas.openxmlformats.org/officeDocument/2006/relationships/image" Target="../media/image11.svg"/><Relationship Id="rId2" Type="http://schemas.openxmlformats.org/officeDocument/2006/relationships/image" Target="../media/image31.png"/><Relationship Id="rId16" Type="http://schemas.openxmlformats.org/officeDocument/2006/relationships/image" Target="../media/image10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9.svg"/><Relationship Id="rId10" Type="http://schemas.openxmlformats.org/officeDocument/2006/relationships/image" Target="../media/image54.png"/><Relationship Id="rId19" Type="http://schemas.openxmlformats.org/officeDocument/2006/relationships/image" Target="../media/image13.svg"/><Relationship Id="rId4" Type="http://schemas.openxmlformats.org/officeDocument/2006/relationships/image" Target="../media/image48.png"/><Relationship Id="rId9" Type="http://schemas.openxmlformats.org/officeDocument/2006/relationships/image" Target="../media/image53.sv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71.png"/><Relationship Id="rId18" Type="http://schemas.openxmlformats.org/officeDocument/2006/relationships/image" Target="../media/image32.svg"/><Relationship Id="rId3" Type="http://schemas.openxmlformats.org/officeDocument/2006/relationships/image" Target="../media/image61.svg"/><Relationship Id="rId21" Type="http://schemas.openxmlformats.org/officeDocument/2006/relationships/image" Target="../media/image35.png"/><Relationship Id="rId7" Type="http://schemas.openxmlformats.org/officeDocument/2006/relationships/image" Target="../media/image65.png"/><Relationship Id="rId12" Type="http://schemas.openxmlformats.org/officeDocument/2006/relationships/image" Target="../media/image70.svg"/><Relationship Id="rId17" Type="http://schemas.openxmlformats.org/officeDocument/2006/relationships/image" Target="../media/image31.png"/><Relationship Id="rId2" Type="http://schemas.openxmlformats.org/officeDocument/2006/relationships/image" Target="../media/image60.png"/><Relationship Id="rId16" Type="http://schemas.openxmlformats.org/officeDocument/2006/relationships/image" Target="../media/image74.svg"/><Relationship Id="rId20" Type="http://schemas.openxmlformats.org/officeDocument/2006/relationships/image" Target="../media/image7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37.svg"/><Relationship Id="rId10" Type="http://schemas.openxmlformats.org/officeDocument/2006/relationships/image" Target="../media/image68.svg"/><Relationship Id="rId19" Type="http://schemas.openxmlformats.org/officeDocument/2006/relationships/image" Target="../media/image75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svg"/><Relationship Id="rId22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13" Type="http://schemas.openxmlformats.org/officeDocument/2006/relationships/image" Target="../media/image83.png"/><Relationship Id="rId18" Type="http://schemas.openxmlformats.org/officeDocument/2006/relationships/image" Target="../media/image88.svg"/><Relationship Id="rId26" Type="http://schemas.openxmlformats.org/officeDocument/2006/relationships/image" Target="../media/image65.png"/><Relationship Id="rId3" Type="http://schemas.openxmlformats.org/officeDocument/2006/relationships/image" Target="../media/image61.sv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17" Type="http://schemas.openxmlformats.org/officeDocument/2006/relationships/image" Target="../media/image87.png"/><Relationship Id="rId25" Type="http://schemas.openxmlformats.org/officeDocument/2006/relationships/image" Target="../media/image37.svg"/><Relationship Id="rId2" Type="http://schemas.openxmlformats.org/officeDocument/2006/relationships/image" Target="../media/image60.png"/><Relationship Id="rId16" Type="http://schemas.openxmlformats.org/officeDocument/2006/relationships/image" Target="../media/image86.svg"/><Relationship Id="rId20" Type="http://schemas.openxmlformats.org/officeDocument/2006/relationships/image" Target="../media/image90.svg"/><Relationship Id="rId29" Type="http://schemas.openxmlformats.org/officeDocument/2006/relationships/image" Target="../media/image9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81.png"/><Relationship Id="rId24" Type="http://schemas.openxmlformats.org/officeDocument/2006/relationships/image" Target="../media/image36.png"/><Relationship Id="rId5" Type="http://schemas.openxmlformats.org/officeDocument/2006/relationships/image" Target="../media/image63.png"/><Relationship Id="rId15" Type="http://schemas.openxmlformats.org/officeDocument/2006/relationships/image" Target="../media/image85.png"/><Relationship Id="rId23" Type="http://schemas.openxmlformats.org/officeDocument/2006/relationships/image" Target="../media/image35.png"/><Relationship Id="rId28" Type="http://schemas.openxmlformats.org/officeDocument/2006/relationships/image" Target="../media/image93.png"/><Relationship Id="rId10" Type="http://schemas.openxmlformats.org/officeDocument/2006/relationships/image" Target="../media/image80.svg"/><Relationship Id="rId19" Type="http://schemas.openxmlformats.org/officeDocument/2006/relationships/image" Target="../media/image89.png"/><Relationship Id="rId4" Type="http://schemas.openxmlformats.org/officeDocument/2006/relationships/image" Target="../media/image62.png"/><Relationship Id="rId9" Type="http://schemas.openxmlformats.org/officeDocument/2006/relationships/image" Target="../media/image79.png"/><Relationship Id="rId14" Type="http://schemas.openxmlformats.org/officeDocument/2006/relationships/image" Target="../media/image84.svg"/><Relationship Id="rId22" Type="http://schemas.openxmlformats.org/officeDocument/2006/relationships/image" Target="../media/image92.svg"/><Relationship Id="rId27" Type="http://schemas.openxmlformats.org/officeDocument/2006/relationships/image" Target="../media/image6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99.svg"/><Relationship Id="rId3" Type="http://schemas.openxmlformats.org/officeDocument/2006/relationships/image" Target="../media/image61.svg"/><Relationship Id="rId7" Type="http://schemas.openxmlformats.org/officeDocument/2006/relationships/image" Target="../media/image97.svg"/><Relationship Id="rId12" Type="http://schemas.openxmlformats.org/officeDocument/2006/relationships/image" Target="../media/image9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11" Type="http://schemas.openxmlformats.org/officeDocument/2006/relationships/image" Target="../media/image37.svg"/><Relationship Id="rId5" Type="http://schemas.openxmlformats.org/officeDocument/2006/relationships/image" Target="../media/image96.svg"/><Relationship Id="rId15" Type="http://schemas.openxmlformats.org/officeDocument/2006/relationships/image" Target="../media/image101.svg"/><Relationship Id="rId10" Type="http://schemas.openxmlformats.org/officeDocument/2006/relationships/image" Target="../media/image36.png"/><Relationship Id="rId4" Type="http://schemas.openxmlformats.org/officeDocument/2006/relationships/image" Target="../media/image95.png"/><Relationship Id="rId9" Type="http://schemas.openxmlformats.org/officeDocument/2006/relationships/image" Target="../media/image35.png"/><Relationship Id="rId1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svg"/><Relationship Id="rId13" Type="http://schemas.openxmlformats.org/officeDocument/2006/relationships/image" Target="../media/image107.png"/><Relationship Id="rId3" Type="http://schemas.openxmlformats.org/officeDocument/2006/relationships/image" Target="../media/image61.svg"/><Relationship Id="rId7" Type="http://schemas.openxmlformats.org/officeDocument/2006/relationships/image" Target="../media/image63.png"/><Relationship Id="rId12" Type="http://schemas.openxmlformats.org/officeDocument/2006/relationships/image" Target="../media/image13.svg"/><Relationship Id="rId17" Type="http://schemas.openxmlformats.org/officeDocument/2006/relationships/image" Target="../media/image37.svg"/><Relationship Id="rId2" Type="http://schemas.openxmlformats.org/officeDocument/2006/relationships/image" Target="../media/image60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11" Type="http://schemas.openxmlformats.org/officeDocument/2006/relationships/image" Target="../media/image12.png"/><Relationship Id="rId5" Type="http://schemas.openxmlformats.org/officeDocument/2006/relationships/image" Target="../media/image103.svg"/><Relationship Id="rId15" Type="http://schemas.openxmlformats.org/officeDocument/2006/relationships/image" Target="../media/image35.png"/><Relationship Id="rId10" Type="http://schemas.openxmlformats.org/officeDocument/2006/relationships/image" Target="../media/image106.svg"/><Relationship Id="rId4" Type="http://schemas.openxmlformats.org/officeDocument/2006/relationships/image" Target="../media/image102.png"/><Relationship Id="rId9" Type="http://schemas.openxmlformats.org/officeDocument/2006/relationships/image" Target="../media/image105.png"/><Relationship Id="rId14" Type="http://schemas.openxmlformats.org/officeDocument/2006/relationships/image" Target="../media/image10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e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2.png"/><Relationship Id="rId9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2.png"/><Relationship Id="rId9" Type="http://schemas.openxmlformats.org/officeDocument/2006/relationships/image" Target="../media/image1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116.png"/><Relationship Id="rId5" Type="http://schemas.openxmlformats.org/officeDocument/2006/relationships/image" Target="../media/image35.png"/><Relationship Id="rId10" Type="http://schemas.openxmlformats.org/officeDocument/2006/relationships/image" Target="../media/image115.png"/><Relationship Id="rId4" Type="http://schemas.openxmlformats.org/officeDocument/2006/relationships/image" Target="../media/image62.png"/><Relationship Id="rId9" Type="http://schemas.openxmlformats.org/officeDocument/2006/relationships/image" Target="../media/image1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2.png"/><Relationship Id="rId9" Type="http://schemas.openxmlformats.org/officeDocument/2006/relationships/image" Target="../media/image1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2.png"/><Relationship Id="rId9" Type="http://schemas.openxmlformats.org/officeDocument/2006/relationships/image" Target="../media/image1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37.svg"/><Relationship Id="rId3" Type="http://schemas.openxmlformats.org/officeDocument/2006/relationships/image" Target="../media/image61.svg"/><Relationship Id="rId7" Type="http://schemas.openxmlformats.org/officeDocument/2006/relationships/image" Target="../media/image122.svg"/><Relationship Id="rId12" Type="http://schemas.openxmlformats.org/officeDocument/2006/relationships/image" Target="../media/image3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1.png"/><Relationship Id="rId11" Type="http://schemas.openxmlformats.org/officeDocument/2006/relationships/image" Target="../media/image35.png"/><Relationship Id="rId5" Type="http://schemas.openxmlformats.org/officeDocument/2006/relationships/image" Target="../media/image120.svg"/><Relationship Id="rId10" Type="http://schemas.openxmlformats.org/officeDocument/2006/relationships/image" Target="../media/image124.svg"/><Relationship Id="rId4" Type="http://schemas.openxmlformats.org/officeDocument/2006/relationships/image" Target="../media/image119.png"/><Relationship Id="rId9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E201531-E415-73FA-6C15-A093B272CF02}"/>
              </a:ext>
            </a:extLst>
          </p:cNvPr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20CEB42D-27A7-01E0-8C72-1940C197DA31}"/>
                </a:ext>
              </a:extLst>
            </p:cNvPr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000"/>
                  </a:srgbClr>
                </a:gs>
              </a:gsLst>
              <a:lin ang="16200000" scaled="1"/>
            </a:gradFill>
            <a:ln w="12261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020429F-1416-5903-8511-22F8E7B515CA}"/>
                </a:ext>
              </a:extLst>
            </p:cNvPr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10" name="그래픽 39">
              <a:extLst>
                <a:ext uri="{FF2B5EF4-FFF2-40B4-BE49-F238E27FC236}">
                  <a16:creationId xmlns:a16="http://schemas.microsoft.com/office/drawing/2014/main" id="{941ADA50-64C2-37EE-C27F-C97C25EA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</p:spPr>
        </p:pic>
        <p:pic>
          <p:nvPicPr>
            <p:cNvPr id="16" name="그래픽 57">
              <a:extLst>
                <a:ext uri="{FF2B5EF4-FFF2-40B4-BE49-F238E27FC236}">
                  <a16:creationId xmlns:a16="http://schemas.microsoft.com/office/drawing/2014/main" id="{5776C62F-FC39-30A5-8C05-0EA4976C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282" y="4699746"/>
              <a:ext cx="513759" cy="513759"/>
            </a:xfrm>
            <a:prstGeom prst="rect">
              <a:avLst/>
            </a:prstGeom>
          </p:spPr>
        </p:pic>
      </p:grpSp>
      <p:pic>
        <p:nvPicPr>
          <p:cNvPr id="5" name="그림 4" descr="노트북, 컴퓨터, 의류, 사람이(가) 표시된 사진&#10;&#10;자동 생성된 설명">
            <a:extLst>
              <a:ext uri="{FF2B5EF4-FFF2-40B4-BE49-F238E27FC236}">
                <a16:creationId xmlns:a16="http://schemas.microsoft.com/office/drawing/2014/main" id="{65866456-3A04-FF02-3B68-1DDA24DD4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852936"/>
            <a:ext cx="6272386" cy="3816424"/>
          </a:xfrm>
          <a:prstGeom prst="rect">
            <a:avLst/>
          </a:prstGeom>
        </p:spPr>
      </p:pic>
      <p:pic>
        <p:nvPicPr>
          <p:cNvPr id="28" name="그래픽 67">
            <a:extLst>
              <a:ext uri="{FF2B5EF4-FFF2-40B4-BE49-F238E27FC236}">
                <a16:creationId xmlns:a16="http://schemas.microsoft.com/office/drawing/2014/main" id="{80C07BB0-31E5-6486-268B-B1E3D500D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2004" y="3739512"/>
            <a:ext cx="104775" cy="76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BE0201-4E19-4F17-880B-68EB902B69A3}"/>
              </a:ext>
            </a:extLst>
          </p:cNvPr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/>
              <a:t>(PPT </a:t>
            </a:r>
            <a:r>
              <a:rPr lang="ko-KR" altLang="en-US" sz="2400" b="1" dirty="0"/>
              <a:t>작성 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아래 경로에 등록된 </a:t>
            </a:r>
            <a:endParaRPr lang="en-US" altLang="ko-KR" sz="2400" b="1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[</a:t>
            </a:r>
            <a:r>
              <a:rPr lang="ko-KR" altLang="en-US" sz="2400" b="1" dirty="0"/>
              <a:t>작성가이드 </a:t>
            </a:r>
            <a:r>
              <a:rPr lang="en-US" altLang="ko-KR" sz="2400" b="1" dirty="0"/>
              <a:t>2. </a:t>
            </a:r>
            <a:r>
              <a:rPr lang="ko-KR" altLang="en-US" sz="2400" b="1" dirty="0"/>
              <a:t>팀별 프로젝트 결과보고서</a:t>
            </a:r>
            <a:r>
              <a:rPr lang="en-US" altLang="ko-KR" sz="2400" b="1" dirty="0"/>
              <a:t>]</a:t>
            </a:r>
          </a:p>
          <a:p>
            <a:pPr>
              <a:lnSpc>
                <a:spcPct val="200000"/>
              </a:lnSpc>
            </a:pPr>
            <a:r>
              <a:rPr lang="ko-KR" altLang="en-US" sz="2400" b="1" dirty="0"/>
              <a:t>영상을 참고하여 작성하세요</a:t>
            </a:r>
            <a:r>
              <a:rPr lang="en-US" altLang="ko-KR" sz="2400" b="1" dirty="0"/>
              <a:t>!</a:t>
            </a:r>
            <a:r>
              <a:rPr lang="ko-KR" altLang="en-US" sz="2400" b="1" dirty="0"/>
              <a:t>     </a:t>
            </a:r>
            <a:endParaRPr lang="ko-KR" altLang="en-US" sz="2400" dirty="0"/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605BBCBF-7F86-424E-B6F1-1163FB3CA1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7575" y="1114901"/>
            <a:ext cx="231912" cy="231912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1ED7A898-AC55-42A7-BBAA-5FB146DCA9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1472" y="5970452"/>
            <a:ext cx="106965" cy="106965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63769094-2B28-4CF3-87D3-E86DAFE87C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0411" y="3333846"/>
            <a:ext cx="320555" cy="320555"/>
          </a:xfrm>
          <a:prstGeom prst="rect">
            <a:avLst/>
          </a:prstGeom>
        </p:spPr>
      </p:pic>
      <p:pic>
        <p:nvPicPr>
          <p:cNvPr id="36" name="그래픽 39">
            <a:extLst>
              <a:ext uri="{FF2B5EF4-FFF2-40B4-BE49-F238E27FC236}">
                <a16:creationId xmlns:a16="http://schemas.microsoft.com/office/drawing/2014/main" id="{941ADA50-64C2-37EE-C27F-C97C25EA3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1657" y="3051749"/>
            <a:ext cx="190500" cy="266700"/>
          </a:xfrm>
          <a:prstGeom prst="rect">
            <a:avLst/>
          </a:prstGeom>
        </p:spPr>
      </p:pic>
      <p:pic>
        <p:nvPicPr>
          <p:cNvPr id="37" name="그래픽 41">
            <a:extLst>
              <a:ext uri="{FF2B5EF4-FFF2-40B4-BE49-F238E27FC236}">
                <a16:creationId xmlns:a16="http://schemas.microsoft.com/office/drawing/2014/main" id="{C059AD3E-9512-40E4-B4F1-8EC2B01947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35731" y="4683554"/>
            <a:ext cx="459767" cy="437634"/>
          </a:xfrm>
          <a:prstGeom prst="rect">
            <a:avLst/>
          </a:prstGeom>
        </p:spPr>
      </p:pic>
      <p:pic>
        <p:nvPicPr>
          <p:cNvPr id="40" name="그래픽 296">
            <a:extLst>
              <a:ext uri="{FF2B5EF4-FFF2-40B4-BE49-F238E27FC236}">
                <a16:creationId xmlns:a16="http://schemas.microsoft.com/office/drawing/2014/main" id="{0D93E5BE-BF5F-A52F-20A6-B017D69DC8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51618" y="692696"/>
            <a:ext cx="955324" cy="955324"/>
          </a:xfrm>
          <a:prstGeom prst="rect">
            <a:avLst/>
          </a:prstGeom>
        </p:spPr>
      </p:pic>
      <p:pic>
        <p:nvPicPr>
          <p:cNvPr id="41" name="그래픽 298">
            <a:extLst>
              <a:ext uri="{FF2B5EF4-FFF2-40B4-BE49-F238E27FC236}">
                <a16:creationId xmlns:a16="http://schemas.microsoft.com/office/drawing/2014/main" id="{2D3ECE42-9946-304E-ADC9-553BD8A99CD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26450" y="2232252"/>
            <a:ext cx="361822" cy="361822"/>
          </a:xfrm>
          <a:prstGeom prst="rect">
            <a:avLst/>
          </a:prstGeom>
        </p:spPr>
      </p:pic>
      <p:pic>
        <p:nvPicPr>
          <p:cNvPr id="42" name="그래픽 125">
            <a:extLst>
              <a:ext uri="{FF2B5EF4-FFF2-40B4-BE49-F238E27FC236}">
                <a16:creationId xmlns:a16="http://schemas.microsoft.com/office/drawing/2014/main" id="{306708EC-43B1-1FD4-1B3C-80EAE278923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2553974">
            <a:off x="10881716" y="4218190"/>
            <a:ext cx="190500" cy="428625"/>
          </a:xfrm>
          <a:prstGeom prst="rect">
            <a:avLst/>
          </a:prstGeom>
        </p:spPr>
      </p:pic>
      <p:pic>
        <p:nvPicPr>
          <p:cNvPr id="43" name="그래픽 121">
            <a:extLst>
              <a:ext uri="{FF2B5EF4-FFF2-40B4-BE49-F238E27FC236}">
                <a16:creationId xmlns:a16="http://schemas.microsoft.com/office/drawing/2014/main" id="{888286FF-25C9-3A48-568B-FEE0BC283D7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069497" y="5648116"/>
            <a:ext cx="190500" cy="1809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6D18CFB-C137-406C-88BD-E6300970EA61}"/>
              </a:ext>
            </a:extLst>
          </p:cNvPr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5"/>
              </a:rPr>
              <a:t>https://youtu.be/AzQ6RnzUnpE</a:t>
            </a:r>
            <a:endParaRPr lang="ko-KR" altLang="en-US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BCF08-13F5-457B-911B-0BDD2B874287}"/>
              </a:ext>
            </a:extLst>
          </p:cNvPr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22910" fontAlgn="base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* 링크를 따라가려면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&lt;ctrl&gt;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키를 누른 채 클릭하세요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sz="1050" dirty="0">
              <a:ln>
                <a:solidFill>
                  <a:schemeClr val="accent1">
                    <a:alpha val="0"/>
                  </a:schemeClr>
                </a:solidFill>
              </a:ln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08D694D8-661B-F6D1-68E1-35769C5E2546}"/>
              </a:ext>
            </a:extLst>
          </p:cNvPr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PPT</a:t>
            </a: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작성 가이드 안내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DDA2451D-BC49-446F-BB5A-BD4056A187BE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174139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EF94F9A-BEE3-D4E0-C68F-5CC13F0C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BD4645-05C1-2461-0CA1-7E8039FB2786}"/>
              </a:ext>
            </a:extLst>
          </p:cNvPr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작성요령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AC1A773-1649-49F3-E681-8736AC33CFD8}"/>
              </a:ext>
            </a:extLst>
          </p:cNvPr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7263B6A-5B09-A94E-7305-B9E59D67F725}"/>
                </a:ext>
              </a:extLst>
            </p:cNvPr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1BB396F-A52A-BF9D-CF1F-8F67B1A4DA02}"/>
                  </a:ext>
                </a:extLst>
              </p:cNvPr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" name="그래픽 27">
                <a:extLst>
                  <a:ext uri="{FF2B5EF4-FFF2-40B4-BE49-F238E27FC236}">
                    <a16:creationId xmlns:a16="http://schemas.microsoft.com/office/drawing/2014/main" id="{9F3FACB8-96F0-B588-4F0C-28013B1D5FF6}"/>
                  </a:ext>
                </a:extLst>
              </p:cNvPr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>
                  <a:gd name="connsiteX0" fmla="*/ 277636 w 733449"/>
                  <a:gd name="connsiteY0" fmla="*/ 570685 h 570685"/>
                  <a:gd name="connsiteX1" fmla="*/ 211152 w 733449"/>
                  <a:gd name="connsiteY1" fmla="*/ 542301 h 570685"/>
                  <a:gd name="connsiteX2" fmla="*/ 25700 w 733449"/>
                  <a:gd name="connsiteY2" fmla="*/ 349324 h 570685"/>
                  <a:gd name="connsiteX3" fmla="*/ 28272 w 733449"/>
                  <a:gd name="connsiteY3" fmla="*/ 218927 h 570685"/>
                  <a:gd name="connsiteX4" fmla="*/ 158669 w 733449"/>
                  <a:gd name="connsiteY4" fmla="*/ 221594 h 570685"/>
                  <a:gd name="connsiteX5" fmla="*/ 276874 w 733449"/>
                  <a:gd name="connsiteY5" fmla="*/ 344752 h 570685"/>
                  <a:gd name="connsiteX6" fmla="*/ 574149 w 733449"/>
                  <a:gd name="connsiteY6" fmla="*/ 28999 h 570685"/>
                  <a:gd name="connsiteX7" fmla="*/ 704451 w 733449"/>
                  <a:gd name="connsiteY7" fmla="*/ 25093 h 570685"/>
                  <a:gd name="connsiteX8" fmla="*/ 708357 w 733449"/>
                  <a:gd name="connsiteY8" fmla="*/ 155395 h 570685"/>
                  <a:gd name="connsiteX9" fmla="*/ 344692 w 733449"/>
                  <a:gd name="connsiteY9" fmla="*/ 541729 h 570685"/>
                  <a:gd name="connsiteX10" fmla="*/ 278017 w 733449"/>
                  <a:gd name="connsiteY10" fmla="*/ 570685 h 570685"/>
                  <a:gd name="connsiteX11" fmla="*/ 277541 w 733449"/>
                  <a:gd name="connsiteY11" fmla="*/ 570685 h 57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3449" h="570685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FCF935-8196-A185-816C-95D844ACA952}"/>
                </a:ext>
              </a:extLst>
            </p:cNvPr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작성요령</a:t>
              </a:r>
              <a:endPara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1AA92F-7E42-EDDF-C00D-43EF76A58DEB}"/>
              </a:ext>
            </a:extLst>
          </p:cNvPr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254AE529-22EB-54D7-0976-B5EF4A4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94CD6DF-A047-4DF8-F9E5-E0C6CD064203}"/>
                </a:ext>
              </a:extLst>
            </p:cNvPr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8C27D-C8CD-BF6D-BC46-E2F8F4927CC5}"/>
                </a:ext>
              </a:extLst>
            </p:cNvPr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6690AB2-A08B-0BA0-316E-656B1C8791DA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B46D51-2159-3485-F56F-EE8687B19D31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+mj-lt"/>
                    <a:ea typeface="세방고딕 Bold" panose="00000800000000000000" pitchFamily="2" charset="-127"/>
                  </a:rPr>
                  <a:t>2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E62BF6-EB75-F122-7642-C178C95C921B}"/>
                </a:ext>
              </a:extLst>
            </p:cNvPr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작성주체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9087C6-A385-FDBD-7FC4-8919D8D0053B}"/>
                </a:ext>
              </a:extLst>
            </p:cNvPr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훈련생이 직접 작성하고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훈련기관 담당자가 임의로 삭제 혹은 수정하지 않아야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AFA98F-7B4A-201A-B8D7-1DDB2B5EDBF9}"/>
              </a:ext>
            </a:extLst>
          </p:cNvPr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65B55A5-50A9-0D43-E523-5E15AFFB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194F574F-A0FD-9843-883B-ED65C07104C2}"/>
                </a:ext>
              </a:extLst>
            </p:cNvPr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D00B70C8-0C51-F79C-681B-357513D2FC7E}"/>
                </a:ext>
              </a:extLst>
            </p:cNvPr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816615A8-0428-2613-F44C-50FB5E8F1C4F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6F42B0-20BD-5545-1FFD-791E8DC7781D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1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88280B-ED2E-E1BC-CBB8-411E48304EF7}"/>
                </a:ext>
              </a:extLst>
            </p:cNvPr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제출형태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0CF0C1-2A7D-3D19-BF69-1D080EC8F862}"/>
                </a:ext>
              </a:extLst>
            </p:cNvPr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팀별 프로젝트 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(PPT)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는 팀별로 각각 작성하여 제출해야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587D62-5C5B-8568-5550-1D6383C5DEE9}"/>
                </a:ext>
              </a:extLst>
            </p:cNvPr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개별 진행된 경우 개별로 작성하여 제출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FF652EE3-449C-BE36-9B21-DE9A986E9380}"/>
                </a:ext>
              </a:extLst>
            </p:cNvPr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D54B0E7-C0BC-E4DB-D62F-AD05F23AF0A2}"/>
              </a:ext>
            </a:extLst>
          </p:cNvPr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CADC2AC-4A12-8D3C-1210-798C9F7C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</p:spPr>
        </p:pic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E2D13C13-1CD0-287D-6C1B-E5312AE095D6}"/>
                </a:ext>
              </a:extLst>
            </p:cNvPr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27F5CCB-EFA8-D804-BF2E-597216790FBA}"/>
                </a:ext>
              </a:extLst>
            </p:cNvPr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8D2C11B5-83E8-2470-9DED-9156C304B3D2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3ABF101-0F85-B13F-E0D4-806F172542B9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3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AA222C-4C3F-46C1-A9CC-60C84CEB096D}"/>
                </a:ext>
              </a:extLst>
            </p:cNvPr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 일 명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DC1CA84-CA24-4C7E-F412-14C7217BA48E}"/>
                </a:ext>
              </a:extLst>
            </p:cNvPr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_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팀주제명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B456EE-8C65-3985-7041-982FA9B622E3}"/>
                </a:ext>
              </a:extLst>
            </p:cNvPr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결과보고서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_1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(OOO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를 활용한 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OOOO)</a:t>
              </a: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9F40289-4205-D43E-3A2D-4DFF14485379}"/>
                </a:ext>
              </a:extLst>
            </p:cNvPr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FB418381-C607-BD5A-B520-DA0CC9D7DBB8}"/>
              </a:ext>
            </a:extLst>
          </p:cNvPr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233CCD15-0A61-5088-FC70-133E66685F9A}"/>
                </a:ext>
              </a:extLst>
            </p:cNvPr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5518D2B0-5774-6D31-B75C-30F52369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</p:spPr>
          </p:pic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A0A71DDE-6F2C-71A5-A47E-26072A82EFEF}"/>
                  </a:ext>
                </a:extLst>
              </p:cNvPr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D407A655-D264-D4C2-BFA1-5D2D789B9C94}"/>
                  </a:ext>
                </a:extLst>
              </p:cNvPr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2683B883-37D7-CDC7-989E-B057FBC1D849}"/>
                    </a:ext>
                  </a:extLst>
                </p:cNvPr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F52D926-F82F-43E6-09C7-C06240926BE1}"/>
                    </a:ext>
                  </a:extLst>
                </p:cNvPr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378C8"/>
                      </a:solidFill>
                      <a:latin typeface="+mj-lt"/>
                      <a:ea typeface="세방고딕 Bold" panose="00000800000000000000" pitchFamily="2" charset="-127"/>
                    </a:rPr>
                    <a:t>4</a:t>
                  </a: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E56CAD0-0947-1BF9-F044-9D82701B5483}"/>
                  </a:ext>
                </a:extLst>
              </p:cNvPr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410210" fontAlgn="base">
                  <a:spcBef>
                    <a:spcPts val="700"/>
                  </a:spcBef>
                </a:pPr>
                <a:r>
                  <a:rPr lang="ko-KR" altLang="en-US" sz="16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구성내용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B74CBFD-AFCF-89B0-713D-A29A14725DDC}"/>
                </a:ext>
              </a:extLst>
            </p:cNvPr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제공된 목차 항목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구성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세부내용이 모두 포함되어야 하며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페이지별 상세 안내 내용을 참고하여 작성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14EA25-4349-04B6-227F-14752927437C}"/>
              </a:ext>
            </a:extLst>
          </p:cNvPr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6C0944C-6B4A-649A-F52E-0DC2380C3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D2C8FF-28D4-D182-1774-8238DD9B86E3}"/>
                </a:ext>
              </a:extLst>
            </p:cNvPr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33218E0-A3BB-81A3-CC73-F8BAF589C625}"/>
                </a:ext>
              </a:extLst>
            </p:cNvPr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858CD352-4F65-6C35-CEFF-EA9433C8E51D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205424B-638D-87F5-0B3A-473A4210093E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5</a:t>
                </a: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86A9A3-3071-02A4-7B5E-E4E3ED9E98AD}"/>
                </a:ext>
              </a:extLst>
            </p:cNvPr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 자 인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E663AE3-9AE9-210F-42B6-BFA57A295F83}"/>
                </a:ext>
              </a:extLst>
            </p:cNvPr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참고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예시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디자인이므로 자유롭게 변경 가능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기본폰트를 사용하지 않은 경우 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PDF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로 저장하여 제출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0ED1B30-E7C1-21BF-02E8-504CED4B5E33}"/>
                </a:ext>
              </a:extLst>
            </p:cNvPr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프로젝트 결과물의 우수성 및 완성도를 잘 나타낼 수 있는 형태로 작성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C705F14-C0AF-6F3A-3A70-BC2CDAF6D854}"/>
                </a:ext>
              </a:extLst>
            </p:cNvPr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729245-FB8A-8D13-9D3D-205BD3D7A7C0}"/>
                </a:ext>
              </a:extLst>
            </p:cNvPr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저작권 문제로 유료 폰트는 사용 금지</a:t>
              </a: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9D805BEB-E360-8D72-2F27-E3284789514A}"/>
                </a:ext>
              </a:extLst>
            </p:cNvPr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pic>
        <p:nvPicPr>
          <p:cNvPr id="139" name="그래픽 138">
            <a:extLst>
              <a:ext uri="{FF2B5EF4-FFF2-40B4-BE49-F238E27FC236}">
                <a16:creationId xmlns:a16="http://schemas.microsoft.com/office/drawing/2014/main" id="{E5E8A66C-FD69-4A07-BAC1-67D5B5075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9" y="6146170"/>
            <a:ext cx="516028" cy="724897"/>
          </a:xfrm>
          <a:prstGeom prst="rect">
            <a:avLst/>
          </a:prstGeom>
        </p:spPr>
      </p:pic>
      <p:pic>
        <p:nvPicPr>
          <p:cNvPr id="140" name="그래픽 139">
            <a:extLst>
              <a:ext uri="{FF2B5EF4-FFF2-40B4-BE49-F238E27FC236}">
                <a16:creationId xmlns:a16="http://schemas.microsoft.com/office/drawing/2014/main" id="{784CF9DC-6F05-EF5B-B873-2894311E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53181">
            <a:off x="50218" y="5743137"/>
            <a:ext cx="342900" cy="428625"/>
          </a:xfrm>
          <a:prstGeom prst="rect">
            <a:avLst/>
          </a:prstGeom>
        </p:spPr>
      </p:pic>
      <p:sp>
        <p:nvSpPr>
          <p:cNvPr id="73" name="TextBox 5">
            <a:extLst>
              <a:ext uri="{FF2B5EF4-FFF2-40B4-BE49-F238E27FC236}">
                <a16:creationId xmlns:a16="http://schemas.microsoft.com/office/drawing/2014/main" id="{F827ABC8-3156-4505-8791-135D60E6E703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361852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63170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100" cy="673099"/>
            <a:chOff x="2665127" y="3661000"/>
            <a:chExt cx="9211100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20" y="3736577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게임 개발에 사용된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 기능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과 사용된 부분 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예시 코드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주요 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QA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수정한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 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트러블 슈팅 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endPara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1605022"/>
            <a:chOff x="2665127" y="2724078"/>
            <a:chExt cx="9095030" cy="1605022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913601"/>
              <a:ext cx="8342598" cy="279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게임 소개와 프로젝트명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주요 레퍼런스와 핵심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기획 의도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및 게임 개발에 활용된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 기능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등을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25015" y="3995483"/>
              <a:ext cx="7470590" cy="333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FSM –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몬스터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오브젝트 </a:t>
              </a:r>
              <a:r>
                <a:rPr lang="ko-KR" altLang="en-US" sz="120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풀링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최적화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최적화의 경우 도입 이전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이후 비교 자료 포함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23073" y="4077838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도입한 기술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소개</a:t>
              </a:r>
              <a:endParaRPr lang="en-US" altLang="ko-KR" b="1" spc="-100" dirty="0">
                <a:solidFill>
                  <a:schemeClr val="bg2">
                    <a:lumMod val="25000"/>
                  </a:schemeClr>
                </a:solidFill>
                <a:latin typeface="+mn-ea"/>
              </a:endParaRP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프로젝트 소개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220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핵심 기능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· 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기능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A : Addressable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을 이용한 리소스 관리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· 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기능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B : UGS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를 이용한 클라우드 저장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· 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기능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C :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프로젝트 명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레퍼런스 게임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기획 의도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·  (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핵심 기획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655C70-3AB3-6F75-464C-6A4CE5C71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77" y="3747151"/>
            <a:ext cx="438150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3FC1E6-ED00-8CFE-1BAB-9EBB5174F3D6}"/>
              </a:ext>
            </a:extLst>
          </p:cNvPr>
          <p:cNvSpPr txBox="1"/>
          <p:nvPr/>
        </p:nvSpPr>
        <p:spPr>
          <a:xfrm>
            <a:off x="397077" y="5816806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Ex) </a:t>
            </a:r>
            <a:r>
              <a:rPr lang="ko-KR" altLang="en-US" dirty="0"/>
              <a:t>타이틀 화면</a:t>
            </a:r>
          </a:p>
        </p:txBody>
      </p:sp>
      <p:pic>
        <p:nvPicPr>
          <p:cNvPr id="7" name="Google Shape;534;p49" title="화면 캡처 2025-06-01 000039.png">
            <a:extLst>
              <a:ext uri="{FF2B5EF4-FFF2-40B4-BE49-F238E27FC236}">
                <a16:creationId xmlns:a16="http://schemas.microsoft.com/office/drawing/2014/main" id="{647719F8-348A-1BFD-C081-8FD350A17F5D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rcRect r="29588"/>
          <a:stretch>
            <a:fillRect/>
          </a:stretch>
        </p:blipFill>
        <p:spPr>
          <a:xfrm>
            <a:off x="5123893" y="3753909"/>
            <a:ext cx="3564396" cy="206289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73A64-240B-AFA4-AFC5-6887C32D5497}"/>
              </a:ext>
            </a:extLst>
          </p:cNvPr>
          <p:cNvSpPr txBox="1"/>
          <p:nvPr/>
        </p:nvSpPr>
        <p:spPr>
          <a:xfrm>
            <a:off x="5159896" y="5816806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UI / UX </a:t>
            </a:r>
            <a:r>
              <a:rPr lang="ko-KR" altLang="en-US" dirty="0"/>
              <a:t>화면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40810-BC10-DBF8-0295-0804DDD0ABCB}"/>
              </a:ext>
            </a:extLst>
          </p:cNvPr>
          <p:cNvSpPr txBox="1"/>
          <p:nvPr/>
        </p:nvSpPr>
        <p:spPr>
          <a:xfrm>
            <a:off x="8940316" y="3681028"/>
            <a:ext cx="3132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Ex) </a:t>
            </a:r>
            <a:r>
              <a:rPr lang="ko-KR" altLang="en-US" dirty="0" err="1"/>
              <a:t>인게임</a:t>
            </a:r>
            <a:r>
              <a:rPr lang="ko-KR" altLang="en-US" dirty="0"/>
              <a:t> 화면</a:t>
            </a:r>
            <a:r>
              <a:rPr lang="en-US" altLang="ko-KR" dirty="0"/>
              <a:t>, UI/UX, </a:t>
            </a:r>
          </a:p>
          <a:p>
            <a:r>
              <a:rPr lang="ko-KR" altLang="en-US" dirty="0"/>
              <a:t>상점</a:t>
            </a:r>
            <a:r>
              <a:rPr lang="en-US" altLang="ko-KR" dirty="0"/>
              <a:t>/</a:t>
            </a:r>
            <a:r>
              <a:rPr lang="ko-KR" altLang="en-US" dirty="0"/>
              <a:t>인벤토리 등 주요 장면 캡쳐 사진</a:t>
            </a:r>
          </a:p>
        </p:txBody>
      </p: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0DC8F-8937-FDC8-0071-BD34FE06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B02DFBFF-CC5D-702B-09FF-F4B431D2E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D6F6BF5A-B6E7-2CB3-C576-4131C68BAB14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3E5F4F2-5BE1-C97C-68DA-29AE3E8370CE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0CEDE73-6286-64F9-428E-69ED955FCB70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036EBB-284A-DAAB-2E2E-5BD0C835551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7E656D-D233-DE0B-469D-E33A9B836396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E1FB836-63AB-BCB3-DF8F-697FE162BF61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9DDAA-C1D3-8CDB-7362-F864DDA91812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EB310E4-C160-4652-74A9-34D3B89D68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81BE94-8A1E-BBF7-810E-ECDBC532C154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기술 스택</a:t>
              </a:r>
              <a:endParaRPr lang="en-US" altLang="ko-KR" b="1" spc="-100" dirty="0">
                <a:solidFill>
                  <a:schemeClr val="bg2">
                    <a:lumMod val="25000"/>
                  </a:schemeClr>
                </a:solidFill>
                <a:latin typeface="+mn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88D61C43-618F-E1D2-2EAA-E4B08891CFF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F19AAFAF-E660-1B2B-C340-89F6AE8D63B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AF648EC4-DE61-723F-7E0A-4925A02DA83E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E6DFB2AB-18D9-542C-D0BB-37EB0FB20B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9496D9FF-0027-EE46-65B6-2CD56F28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40CECAD1-8CFD-0078-82EA-4131429EE432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Ex)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어떤 목적으로 어떤 기술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프로그램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을 이용했는가  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아래는 예시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A52031-3248-EAF5-6EA6-46613E2A4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64" y="2498322"/>
            <a:ext cx="2993345" cy="389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48CD75-8980-08E1-0919-B0F78BDDA3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7789" y="3466590"/>
            <a:ext cx="5804669" cy="26512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D263ED-0973-C667-6717-E6E73CDABC72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핵심 기능 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–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기술 스택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292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핵심 기능 </a:t>
              </a: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- Addressable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핵심 기능 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–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구현 내용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에셋을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주소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(Address)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기반으로 관리하고 </a:t>
            </a: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로드하는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시스템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9604E1-485D-174F-1D30-C0095211C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80" y="3118567"/>
            <a:ext cx="4355972" cy="164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FBE09E-2D9E-0029-A063-9EA0D2A7F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81" y="4812995"/>
            <a:ext cx="4355972" cy="107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CCC0CBE-8EDD-D539-89A1-B4E88D865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463" y="3183909"/>
            <a:ext cx="6673180" cy="135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A52FDD2-CA04-0A90-5F1D-8DA833D38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463" y="5085641"/>
            <a:ext cx="6797355" cy="879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91A9F7-6C1B-F506-8AEA-8C31D38D0CC2}"/>
              </a:ext>
            </a:extLst>
          </p:cNvPr>
          <p:cNvSpPr txBox="1"/>
          <p:nvPr/>
        </p:nvSpPr>
        <p:spPr>
          <a:xfrm>
            <a:off x="409402" y="2621665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1. </a:t>
            </a:r>
            <a:r>
              <a:rPr lang="ko-KR" altLang="en-US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간편등록 </a:t>
            </a:r>
            <a:r>
              <a:rPr lang="en-US" altLang="ko-KR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- Addressable </a:t>
            </a:r>
            <a:r>
              <a:rPr lang="ko-KR" altLang="en-US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체크</a:t>
            </a:r>
            <a:endParaRPr lang="ko-KR" altLang="en-US" b="0" dirty="0">
              <a:effectLst/>
            </a:endParaRPr>
          </a:p>
          <a:p>
            <a:pPr>
              <a:buNone/>
            </a:pPr>
            <a:br>
              <a:rPr lang="ko-KR" altLang="en-US" dirty="0"/>
            </a:b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70A3C4-5E77-5D0C-E660-CB8490A003FD}"/>
              </a:ext>
            </a:extLst>
          </p:cNvPr>
          <p:cNvSpPr txBox="1"/>
          <p:nvPr/>
        </p:nvSpPr>
        <p:spPr>
          <a:xfrm>
            <a:off x="5174347" y="2634849"/>
            <a:ext cx="6718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2. </a:t>
            </a:r>
            <a:r>
              <a:rPr lang="ko-KR" altLang="en-US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간편 관리 </a:t>
            </a:r>
            <a:r>
              <a:rPr lang="en-US" altLang="ko-KR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- Singleton</a:t>
            </a:r>
            <a:r>
              <a:rPr lang="ko-KR" altLang="en-US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로 </a:t>
            </a:r>
            <a:r>
              <a:rPr lang="en-US" altLang="ko-KR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Manager</a:t>
            </a:r>
            <a:r>
              <a:rPr lang="ko-KR" altLang="en-US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를 만들어서 한번에 관리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3244C5-5B44-545B-7A9D-A8EBDB8303AA}"/>
              </a:ext>
            </a:extLst>
          </p:cNvPr>
          <p:cNvSpPr txBox="1"/>
          <p:nvPr/>
        </p:nvSpPr>
        <p:spPr>
          <a:xfrm>
            <a:off x="5243363" y="466478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3. </a:t>
            </a:r>
            <a:r>
              <a:rPr lang="ko-KR" altLang="en-US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간편 사용 </a:t>
            </a:r>
            <a:r>
              <a:rPr lang="en-US" altLang="ko-KR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- Manager</a:t>
            </a:r>
            <a:r>
              <a:rPr lang="ko-KR" altLang="en-US" sz="1800" b="0" i="0" u="none" strike="noStrike" dirty="0">
                <a:solidFill>
                  <a:srgbClr val="ADADAD"/>
                </a:solidFill>
                <a:effectLst/>
                <a:latin typeface="Arial" panose="020B0604020202020204" pitchFamily="34" charset="0"/>
              </a:rPr>
              <a:t>에 접근하여 간단하게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핵심 기능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- UGS</a:t>
              </a: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Unity</a:t>
              </a: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Gaming</a:t>
              </a: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Service 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A1ABAA5B-13B9-7E71-230A-6ECCF4708432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Unity Gaming Services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를 활용한 게스트 로그인 및 클라우드 저장 시스템 구현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51" name="Google Shape;409;p44">
            <a:extLst>
              <a:ext uri="{FF2B5EF4-FFF2-40B4-BE49-F238E27FC236}">
                <a16:creationId xmlns:a16="http://schemas.microsoft.com/office/drawing/2014/main" id="{867460F7-34BD-47DA-169C-01589460C25F}"/>
              </a:ext>
            </a:extLst>
          </p:cNvPr>
          <p:cNvSpPr/>
          <p:nvPr/>
        </p:nvSpPr>
        <p:spPr>
          <a:xfrm>
            <a:off x="1876771" y="2767858"/>
            <a:ext cx="1313100" cy="3999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게임 시작</a:t>
            </a:r>
            <a:endParaRPr dirty="0"/>
          </a:p>
        </p:txBody>
      </p:sp>
      <p:cxnSp>
        <p:nvCxnSpPr>
          <p:cNvPr id="52" name="Google Shape;410;p44">
            <a:extLst>
              <a:ext uri="{FF2B5EF4-FFF2-40B4-BE49-F238E27FC236}">
                <a16:creationId xmlns:a16="http://schemas.microsoft.com/office/drawing/2014/main" id="{25168D8C-5BB8-568B-6291-344B847BC1FC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2533321" y="3167758"/>
            <a:ext cx="3921" cy="334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412;p44">
            <a:extLst>
              <a:ext uri="{FF2B5EF4-FFF2-40B4-BE49-F238E27FC236}">
                <a16:creationId xmlns:a16="http://schemas.microsoft.com/office/drawing/2014/main" id="{C8DB333C-D1D8-16B2-C898-820F0C2E0C50}"/>
              </a:ext>
            </a:extLst>
          </p:cNvPr>
          <p:cNvCxnSpPr>
            <a:stCxn id="54" idx="1"/>
            <a:endCxn id="56" idx="0"/>
          </p:cNvCxnSpPr>
          <p:nvPr/>
        </p:nvCxnSpPr>
        <p:spPr>
          <a:xfrm flipH="1">
            <a:off x="1424146" y="4554746"/>
            <a:ext cx="117000" cy="589800"/>
          </a:xfrm>
          <a:prstGeom prst="bentConnector2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4" name="Google Shape;413;p44">
            <a:extLst>
              <a:ext uri="{FF2B5EF4-FFF2-40B4-BE49-F238E27FC236}">
                <a16:creationId xmlns:a16="http://schemas.microsoft.com/office/drawing/2014/main" id="{90D7EE80-CD70-43A2-40E1-8FB1407C7809}"/>
              </a:ext>
            </a:extLst>
          </p:cNvPr>
          <p:cNvSpPr/>
          <p:nvPr/>
        </p:nvSpPr>
        <p:spPr>
          <a:xfrm>
            <a:off x="1461721" y="4237046"/>
            <a:ext cx="2143200" cy="635400"/>
          </a:xfrm>
          <a:prstGeom prst="trapezoid">
            <a:avLst>
              <a:gd name="adj" fmla="val 25000"/>
            </a:avLst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저장된 데이터 존재 여부 확인</a:t>
            </a:r>
            <a:endParaRPr dirty="0"/>
          </a:p>
        </p:txBody>
      </p:sp>
      <p:sp>
        <p:nvSpPr>
          <p:cNvPr id="55" name="Google Shape;411;p44">
            <a:extLst>
              <a:ext uri="{FF2B5EF4-FFF2-40B4-BE49-F238E27FC236}">
                <a16:creationId xmlns:a16="http://schemas.microsoft.com/office/drawing/2014/main" id="{B3D84E06-6BC6-9343-9635-4394CCB4960F}"/>
              </a:ext>
            </a:extLst>
          </p:cNvPr>
          <p:cNvSpPr/>
          <p:nvPr/>
        </p:nvSpPr>
        <p:spPr>
          <a:xfrm>
            <a:off x="1642780" y="3502458"/>
            <a:ext cx="1788923" cy="3999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로그인 시도                                                    </a:t>
            </a:r>
            <a:endParaRPr dirty="0"/>
          </a:p>
        </p:txBody>
      </p:sp>
      <p:sp>
        <p:nvSpPr>
          <p:cNvPr id="56" name="Google Shape;414;p44">
            <a:extLst>
              <a:ext uri="{FF2B5EF4-FFF2-40B4-BE49-F238E27FC236}">
                <a16:creationId xmlns:a16="http://schemas.microsoft.com/office/drawing/2014/main" id="{CB37E197-74A0-9FA3-D478-0A13242128A0}"/>
              </a:ext>
            </a:extLst>
          </p:cNvPr>
          <p:cNvSpPr/>
          <p:nvPr/>
        </p:nvSpPr>
        <p:spPr>
          <a:xfrm>
            <a:off x="655246" y="5144508"/>
            <a:ext cx="1537800" cy="3999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데이터 로드</a:t>
            </a:r>
            <a:endParaRPr dirty="0"/>
          </a:p>
        </p:txBody>
      </p:sp>
      <p:cxnSp>
        <p:nvCxnSpPr>
          <p:cNvPr id="57" name="Google Shape;416;p44">
            <a:extLst>
              <a:ext uri="{FF2B5EF4-FFF2-40B4-BE49-F238E27FC236}">
                <a16:creationId xmlns:a16="http://schemas.microsoft.com/office/drawing/2014/main" id="{93FBAED2-E2E8-F1B9-45D8-067D0F9E554D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2533321" y="3902358"/>
            <a:ext cx="3921" cy="33468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" name="Google Shape;417;p44">
            <a:extLst>
              <a:ext uri="{FF2B5EF4-FFF2-40B4-BE49-F238E27FC236}">
                <a16:creationId xmlns:a16="http://schemas.microsoft.com/office/drawing/2014/main" id="{0455E6B9-1077-BFB9-49D1-B6DC6BE94DAA}"/>
              </a:ext>
            </a:extLst>
          </p:cNvPr>
          <p:cNvSpPr/>
          <p:nvPr/>
        </p:nvSpPr>
        <p:spPr>
          <a:xfrm>
            <a:off x="720721" y="5936683"/>
            <a:ext cx="3625200" cy="3999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Gold, 설정, 강화 데이터 적용</a:t>
            </a:r>
            <a:endParaRPr/>
          </a:p>
        </p:txBody>
      </p:sp>
      <p:cxnSp>
        <p:nvCxnSpPr>
          <p:cNvPr id="59" name="Google Shape;418;p44">
            <a:extLst>
              <a:ext uri="{FF2B5EF4-FFF2-40B4-BE49-F238E27FC236}">
                <a16:creationId xmlns:a16="http://schemas.microsoft.com/office/drawing/2014/main" id="{AB9CB7C9-3AF9-65AB-A03B-BD6A35F9630D}"/>
              </a:ext>
            </a:extLst>
          </p:cNvPr>
          <p:cNvCxnSpPr>
            <a:cxnSpLocks/>
            <a:stCxn id="54" idx="3"/>
            <a:endCxn id="82" idx="0"/>
          </p:cNvCxnSpPr>
          <p:nvPr/>
        </p:nvCxnSpPr>
        <p:spPr>
          <a:xfrm>
            <a:off x="3525496" y="4554746"/>
            <a:ext cx="170965" cy="582175"/>
          </a:xfrm>
          <a:prstGeom prst="bentConnector2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0" name="Google Shape;419;p44">
            <a:extLst>
              <a:ext uri="{FF2B5EF4-FFF2-40B4-BE49-F238E27FC236}">
                <a16:creationId xmlns:a16="http://schemas.microsoft.com/office/drawing/2014/main" id="{E3B53266-DD60-B6F2-C9FC-EBD64B023257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3696461" y="5536821"/>
            <a:ext cx="17473" cy="39986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420;p44">
            <a:extLst>
              <a:ext uri="{FF2B5EF4-FFF2-40B4-BE49-F238E27FC236}">
                <a16:creationId xmlns:a16="http://schemas.microsoft.com/office/drawing/2014/main" id="{F09BCF1E-B699-C67C-5E19-4104224F11A2}"/>
              </a:ext>
            </a:extLst>
          </p:cNvPr>
          <p:cNvCxnSpPr/>
          <p:nvPr/>
        </p:nvCxnSpPr>
        <p:spPr>
          <a:xfrm>
            <a:off x="1424146" y="5573146"/>
            <a:ext cx="0" cy="334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" name="Google Shape;421;p44">
            <a:extLst>
              <a:ext uri="{FF2B5EF4-FFF2-40B4-BE49-F238E27FC236}">
                <a16:creationId xmlns:a16="http://schemas.microsoft.com/office/drawing/2014/main" id="{6E00DA29-07F6-2332-E8FC-C1CF040D3C7B}"/>
              </a:ext>
            </a:extLst>
          </p:cNvPr>
          <p:cNvSpPr txBox="1"/>
          <p:nvPr/>
        </p:nvSpPr>
        <p:spPr>
          <a:xfrm>
            <a:off x="570446" y="4621671"/>
            <a:ext cx="101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Yes</a:t>
            </a:r>
            <a:endParaRPr sz="15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sp>
        <p:nvSpPr>
          <p:cNvPr id="63" name="Google Shape;422;p44">
            <a:extLst>
              <a:ext uri="{FF2B5EF4-FFF2-40B4-BE49-F238E27FC236}">
                <a16:creationId xmlns:a16="http://schemas.microsoft.com/office/drawing/2014/main" id="{AF689661-8F9F-9EF9-8344-C98B08747080}"/>
              </a:ext>
            </a:extLst>
          </p:cNvPr>
          <p:cNvSpPr txBox="1"/>
          <p:nvPr/>
        </p:nvSpPr>
        <p:spPr>
          <a:xfrm>
            <a:off x="3717021" y="4621671"/>
            <a:ext cx="46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No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7" name="Google Shape;408;p44">
            <a:extLst>
              <a:ext uri="{FF2B5EF4-FFF2-40B4-BE49-F238E27FC236}">
                <a16:creationId xmlns:a16="http://schemas.microsoft.com/office/drawing/2014/main" id="{AD8EBEBD-5978-EBE9-A01C-E8BF80E541DE}"/>
              </a:ext>
            </a:extLst>
          </p:cNvPr>
          <p:cNvSpPr txBox="1"/>
          <p:nvPr/>
        </p:nvSpPr>
        <p:spPr>
          <a:xfrm>
            <a:off x="5385595" y="2663946"/>
            <a:ext cx="6235959" cy="3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 dirty="0"/>
              <a:t>흐름 요약</a:t>
            </a:r>
            <a:endParaRPr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● 게임 시작 시 자동으로 익명 로그인 시도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● 로그인 성공 ➔ 플레이어 ID 기반으로 Cloud Save 접근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 dirty="0"/>
              <a:t>저장 데이터 확인 및 처리</a:t>
            </a:r>
            <a:endParaRPr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● 저장 데이터 존재 시 ➔ JSON 역직렬화 후 불러오기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● 없을 경우 ➔ 기본 SaveData 생성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b="1" dirty="0"/>
              <a:t>데이터 적용 및 마이그레이션 대응</a:t>
            </a:r>
            <a:endParaRPr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● 저장 데이터에는 버전 정보 포함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● 버전 기반으로 마이그레이션 가능하도록 설계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● 데이터 적용 후 게임 시작</a:t>
            </a:r>
            <a:endParaRPr dirty="0"/>
          </a:p>
        </p:txBody>
      </p:sp>
      <p:sp>
        <p:nvSpPr>
          <p:cNvPr id="82" name="Google Shape;415;p44">
            <a:extLst>
              <a:ext uri="{FF2B5EF4-FFF2-40B4-BE49-F238E27FC236}">
                <a16:creationId xmlns:a16="http://schemas.microsoft.com/office/drawing/2014/main" id="{953B8506-2615-3DAB-963D-7FCB6BC101F7}"/>
              </a:ext>
            </a:extLst>
          </p:cNvPr>
          <p:cNvSpPr/>
          <p:nvPr/>
        </p:nvSpPr>
        <p:spPr>
          <a:xfrm>
            <a:off x="2809095" y="5136921"/>
            <a:ext cx="1774731" cy="3999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기본 Data 생성</a:t>
            </a:r>
            <a:endParaRPr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541018-D824-3FCD-5E1F-A8BB8483DCC5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핵심 기능 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–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구현 내용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EFFAC-7CCC-E239-2403-B4EE656E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4F8923CF-3508-7886-3C5A-017575EB7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80E8A927-E8DE-429B-7E6D-6BBAC6E01C4C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5A59B08-2B54-5ACC-6D88-95E5E3805BA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4E0501-2F61-ED68-DFA0-3F5C0A454A8A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C34103-EBFC-DAF8-EC6F-25938FAC9B4E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F1EE78-644A-2FCC-180D-29869B2A10B9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C54AD09-882D-B692-D35C-E80DA3AFA5C7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23CC7-E053-5C5A-133C-B385BEF03FE5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6A2872-3ACF-E74B-9C3B-30BF8EEA6123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202767-7A04-DFAA-5C23-779733DF015C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QA </a:t>
              </a: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및 수정 결과</a:t>
              </a:r>
              <a:endParaRPr lang="en-US" altLang="ko-KR" b="1" spc="-100" dirty="0">
                <a:solidFill>
                  <a:schemeClr val="bg2">
                    <a:lumMod val="25000"/>
                  </a:schemeClr>
                </a:solidFill>
                <a:latin typeface="+mn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816993F-92B2-F437-4CAA-51F8AD42ABCA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5188AF8-6CB2-864E-DC56-7501D1762045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QA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결과와 수정 사항 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D37CFE29-5850-96B9-FA0E-A7EBC185255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27E07C8-7B9E-40A5-1D06-2FA988AD9E42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1F2FB814-0F77-44D3-BCA6-7D00F3B5D8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CDE34207-F233-78CE-3508-1792BA35F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DA20E6CB-D863-840C-9D0D-AA02F4CADAA1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캐릭터 경사면 지형 이동 버그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pic>
        <p:nvPicPr>
          <p:cNvPr id="8" name="그림 7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E0AF8A-C1FC-0436-24FC-3492C17376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792" y="2513637"/>
            <a:ext cx="5334421" cy="32916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CA6E865-F7DB-E5A2-A287-9FD0988D7FF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781431" y="2474271"/>
            <a:ext cx="5877745" cy="29817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0D9BBB-713B-F8DF-D6B3-24AB6D74209A}"/>
              </a:ext>
            </a:extLst>
          </p:cNvPr>
          <p:cNvSpPr txBox="1"/>
          <p:nvPr/>
        </p:nvSpPr>
        <p:spPr>
          <a:xfrm>
            <a:off x="5807968" y="5517232"/>
            <a:ext cx="5008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버그에 대한 설명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버그 해결한 방법과 코드에 대한 간단한 설명</a:t>
            </a:r>
          </a:p>
        </p:txBody>
      </p:sp>
    </p:spTree>
    <p:extLst>
      <p:ext uri="{BB962C8B-B14F-4D97-AF65-F5344CB8AC3E}">
        <p14:creationId xmlns:p14="http://schemas.microsoft.com/office/powerpoint/2010/main" val="257702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C4C2-9889-277C-084A-6696F689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C420F4B6-0FF0-81DA-E439-E0C5FCCE4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251922AE-54C2-8A90-CACD-35048A89A238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19ED4E2-C627-3A3D-7360-5F788D4FAC8F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D63514F-7E56-0D4E-5A9C-A84C69256C99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D3ED1B-BF96-3566-C807-E6DF67FF26DB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5E5F74-8F80-C882-912A-2A16C83D20F5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5E70A6-11E6-72B2-B63D-45E046947A67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CC415-B4FD-6AA6-20E7-C0E11F627C4A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C945ABE-9430-A8B9-5783-49832851F877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122ECC-E25D-5F64-8E74-BB400CEC631F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멘토링 피드백 개선 사항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 </a:t>
              </a: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필요시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 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250F34E-1060-E424-6626-C75E6D95FC24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886A1B2-24BF-6065-81C4-3AC851D567D9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QA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결과와 개선 사항 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92B9F68B-1334-7575-7D8F-8A385BFC032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6E38387C-667E-3B21-39A5-3B9A69D45DE1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6BED29F0-9CF2-2E45-081C-C5E07A4F2F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3A5C933-0069-6F94-02F2-A0C8B3A00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3E528E6F-D3E1-4461-D668-A21606FB69A7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Ex)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캐릭터 경사면 지형 이동 멘토링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pic>
        <p:nvPicPr>
          <p:cNvPr id="8" name="그림 7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22105C-6892-9B24-5214-3EAB58AA9D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792" y="2513637"/>
            <a:ext cx="5334421" cy="32916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3FD74C-4BA6-0274-C89B-C83F2050A22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781431" y="2474271"/>
            <a:ext cx="5877745" cy="29817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08F91E-609F-502D-013F-086688A1BD2F}"/>
              </a:ext>
            </a:extLst>
          </p:cNvPr>
          <p:cNvSpPr txBox="1"/>
          <p:nvPr/>
        </p:nvSpPr>
        <p:spPr>
          <a:xfrm>
            <a:off x="5807968" y="5517232"/>
            <a:ext cx="4633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피드백에 대한 설명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개선한 방법과 코드에 대한 간단한 설명</a:t>
            </a:r>
          </a:p>
        </p:txBody>
      </p:sp>
    </p:spTree>
    <p:extLst>
      <p:ext uri="{BB962C8B-B14F-4D97-AF65-F5344CB8AC3E}">
        <p14:creationId xmlns:p14="http://schemas.microsoft.com/office/powerpoint/2010/main" val="2778107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1206</Words>
  <Application>Microsoft Office PowerPoint</Application>
  <PresentationFormat>와이드스크린</PresentationFormat>
  <Paragraphs>235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굴림체</vt:lpstr>
      <vt:lpstr>맑은 고딕</vt:lpstr>
      <vt:lpstr>맑은 고딕 Semilight</vt:lpstr>
      <vt:lpstr>세방고딕 Bold</vt:lpstr>
      <vt:lpstr>세방고딕 Regular</vt:lpstr>
      <vt:lpstr>휴먼둥근헤드라인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동혁 박</cp:lastModifiedBy>
  <cp:revision>20</cp:revision>
  <dcterms:created xsi:type="dcterms:W3CDTF">2023-12-20T03:00:25Z</dcterms:created>
  <dcterms:modified xsi:type="dcterms:W3CDTF">2026-03-26T08:25:33Z</dcterms:modified>
</cp:coreProperties>
</file>