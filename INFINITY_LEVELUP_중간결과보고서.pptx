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70" r:id="rId17"/>
    <p:sldId id="271" r:id="rId18"/>
    <p:sldId id="272" r:id="rId19"/>
    <p:sldId id="273" r:id="rId20"/>
    <p:sldId id="274" r:id="rId21"/>
    <p:sldId id="280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79BC0-2FFA-4C8C-A691-13305CA42369}" v="34" dt="2026-03-27T02:23:06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혁 박" userId="84bf69b2745c7752" providerId="LiveId" clId="{7499996A-8C34-4E3F-8943-F7138BEB2079}"/>
    <pc:docChg chg="undo custSel addSld delSld modSld sldOrd">
      <pc:chgData name="동혁 박" userId="84bf69b2745c7752" providerId="LiveId" clId="{7499996A-8C34-4E3F-8943-F7138BEB2079}" dt="2026-03-27T03:11:59.732" v="2417" actId="47"/>
      <pc:docMkLst>
        <pc:docMk/>
      </pc:docMkLst>
      <pc:sldChg chg="modSp mod">
        <pc:chgData name="동혁 박" userId="84bf69b2745c7752" providerId="LiveId" clId="{7499996A-8C34-4E3F-8943-F7138BEB2079}" dt="2026-03-27T01:10:10.253" v="51" actId="113"/>
        <pc:sldMkLst>
          <pc:docMk/>
          <pc:sldMk cId="0" sldId="258"/>
        </pc:sldMkLst>
        <pc:spChg chg="mod">
          <ac:chgData name="동혁 박" userId="84bf69b2745c7752" providerId="LiveId" clId="{7499996A-8C34-4E3F-8943-F7138BEB2079}" dt="2026-03-27T01:10:10.253" v="51" actId="113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동혁 박" userId="84bf69b2745c7752" providerId="LiveId" clId="{7499996A-8C34-4E3F-8943-F7138BEB2079}" dt="2026-03-27T02:17:19.766" v="2063" actId="20577"/>
        <pc:sldMkLst>
          <pc:docMk/>
          <pc:sldMk cId="0" sldId="259"/>
        </pc:sldMkLst>
        <pc:graphicFrameChg chg="mod modGraphic">
          <ac:chgData name="동혁 박" userId="84bf69b2745c7752" providerId="LiveId" clId="{7499996A-8C34-4E3F-8943-F7138BEB2079}" dt="2026-03-27T02:17:19.766" v="2063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동혁 박" userId="84bf69b2745c7752" providerId="LiveId" clId="{7499996A-8C34-4E3F-8943-F7138BEB2079}" dt="2026-03-27T01:35:59.669" v="140" actId="20577"/>
        <pc:sldMkLst>
          <pc:docMk/>
          <pc:sldMk cId="0" sldId="260"/>
        </pc:sldMkLst>
        <pc:graphicFrameChg chg="mod modGraphic">
          <ac:chgData name="동혁 박" userId="84bf69b2745c7752" providerId="LiveId" clId="{7499996A-8C34-4E3F-8943-F7138BEB2079}" dt="2026-03-27T01:35:59.669" v="140" actId="2057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동혁 박" userId="84bf69b2745c7752" providerId="LiveId" clId="{7499996A-8C34-4E3F-8943-F7138BEB2079}" dt="2026-03-27T02:18:06.521" v="2070" actId="20577"/>
        <pc:sldMkLst>
          <pc:docMk/>
          <pc:sldMk cId="0" sldId="261"/>
        </pc:sldMkLst>
        <pc:spChg chg="mod">
          <ac:chgData name="동혁 박" userId="84bf69b2745c7752" providerId="LiveId" clId="{7499996A-8C34-4E3F-8943-F7138BEB2079}" dt="2026-03-27T02:18:06.521" v="2070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동혁 박" userId="84bf69b2745c7752" providerId="LiveId" clId="{7499996A-8C34-4E3F-8943-F7138BEB2079}" dt="2026-03-27T01:19:03.424" v="96" actId="1076"/>
        <pc:sldMkLst>
          <pc:docMk/>
          <pc:sldMk cId="0" sldId="262"/>
        </pc:sldMkLst>
        <pc:spChg chg="mod">
          <ac:chgData name="동혁 박" userId="84bf69b2745c7752" providerId="LiveId" clId="{7499996A-8C34-4E3F-8943-F7138BEB2079}" dt="2026-03-27T01:18:36.055" v="95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8:30.819" v="93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8:20.865" v="90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동혁 박" userId="84bf69b2745c7752" providerId="LiveId" clId="{7499996A-8C34-4E3F-8943-F7138BEB2079}" dt="2026-03-27T01:19:03.424" v="96" actId="1076"/>
          <ac:spMkLst>
            <pc:docMk/>
            <pc:sldMk cId="0" sldId="262"/>
            <ac:spMk id="29" creationId="{00000000-0000-0000-0000-000000000000}"/>
          </ac:spMkLst>
        </pc:spChg>
      </pc:sldChg>
      <pc:sldChg chg="modSp mod">
        <pc:chgData name="동혁 박" userId="84bf69b2745c7752" providerId="LiveId" clId="{7499996A-8C34-4E3F-8943-F7138BEB2079}" dt="2026-03-27T01:39:11.481" v="282" actId="20577"/>
        <pc:sldMkLst>
          <pc:docMk/>
          <pc:sldMk cId="0" sldId="264"/>
        </pc:sldMkLst>
        <pc:graphicFrameChg chg="modGraphic">
          <ac:chgData name="동혁 박" userId="84bf69b2745c7752" providerId="LiveId" clId="{7499996A-8C34-4E3F-8943-F7138BEB2079}" dt="2026-03-27T01:39:11.481" v="282" actId="20577"/>
          <ac:graphicFrameMkLst>
            <pc:docMk/>
            <pc:sldMk cId="0" sldId="264"/>
            <ac:graphicFrameMk id="6" creationId="{00000000-0000-0000-0000-000000000000}"/>
          </ac:graphicFrameMkLst>
        </pc:graphicFrameChg>
      </pc:sldChg>
      <pc:sldChg chg="modSp mod">
        <pc:chgData name="동혁 박" userId="84bf69b2745c7752" providerId="LiveId" clId="{7499996A-8C34-4E3F-8943-F7138BEB2079}" dt="2026-03-27T01:41:38.436" v="428" actId="20577"/>
        <pc:sldMkLst>
          <pc:docMk/>
          <pc:sldMk cId="0" sldId="266"/>
        </pc:sldMkLst>
        <pc:spChg chg="mod">
          <ac:chgData name="동혁 박" userId="84bf69b2745c7752" providerId="LiveId" clId="{7499996A-8C34-4E3F-8943-F7138BEB2079}" dt="2026-03-27T01:41:38.436" v="428" actId="20577"/>
          <ac:spMkLst>
            <pc:docMk/>
            <pc:sldMk cId="0" sldId="266"/>
            <ac:spMk id="11" creationId="{00000000-0000-0000-0000-000000000000}"/>
          </ac:spMkLst>
        </pc:spChg>
      </pc:sldChg>
      <pc:sldChg chg="modSp mod">
        <pc:chgData name="동혁 박" userId="84bf69b2745c7752" providerId="LiveId" clId="{7499996A-8C34-4E3F-8943-F7138BEB2079}" dt="2026-03-27T01:42:01.383" v="440" actId="20577"/>
        <pc:sldMkLst>
          <pc:docMk/>
          <pc:sldMk cId="0" sldId="267"/>
        </pc:sldMkLst>
        <pc:spChg chg="mod">
          <ac:chgData name="동혁 박" userId="84bf69b2745c7752" providerId="LiveId" clId="{7499996A-8C34-4E3F-8943-F7138BEB2079}" dt="2026-03-27T01:42:01.383" v="440" actId="20577"/>
          <ac:spMkLst>
            <pc:docMk/>
            <pc:sldMk cId="0" sldId="267"/>
            <ac:spMk id="15" creationId="{00000000-0000-0000-0000-000000000000}"/>
          </ac:spMkLst>
        </pc:spChg>
      </pc:sldChg>
      <pc:sldChg chg="modSp mod">
        <pc:chgData name="동혁 박" userId="84bf69b2745c7752" providerId="LiveId" clId="{7499996A-8C34-4E3F-8943-F7138BEB2079}" dt="2026-03-27T01:51:45.320" v="1107" actId="20577"/>
        <pc:sldMkLst>
          <pc:docMk/>
          <pc:sldMk cId="0" sldId="268"/>
        </pc:sldMkLst>
        <pc:spChg chg="mod">
          <ac:chgData name="동혁 박" userId="84bf69b2745c7752" providerId="LiveId" clId="{7499996A-8C34-4E3F-8943-F7138BEB2079}" dt="2026-03-27T01:51:45.320" v="1107" actId="20577"/>
          <ac:spMkLst>
            <pc:docMk/>
            <pc:sldMk cId="0" sldId="268"/>
            <ac:spMk id="6" creationId="{00000000-0000-0000-0000-000000000000}"/>
          </ac:spMkLst>
        </pc:spChg>
      </pc:sldChg>
      <pc:sldChg chg="modSp add del mod">
        <pc:chgData name="동혁 박" userId="84bf69b2745c7752" providerId="LiveId" clId="{7499996A-8C34-4E3F-8943-F7138BEB2079}" dt="2026-03-27T01:58:55.431" v="1452" actId="20577"/>
        <pc:sldMkLst>
          <pc:docMk/>
          <pc:sldMk cId="0" sldId="269"/>
        </pc:sldMkLst>
        <pc:spChg chg="mod">
          <ac:chgData name="동혁 박" userId="84bf69b2745c7752" providerId="LiveId" clId="{7499996A-8C34-4E3F-8943-F7138BEB2079}" dt="2026-03-27T01:57:12.110" v="1254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동혁 박" userId="84bf69b2745c7752" providerId="LiveId" clId="{7499996A-8C34-4E3F-8943-F7138BEB2079}" dt="2026-03-27T01:58:55.431" v="1452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동혁 박" userId="84bf69b2745c7752" providerId="LiveId" clId="{7499996A-8C34-4E3F-8943-F7138BEB2079}" dt="2026-03-27T01:50:54.586" v="1106" actId="20577"/>
          <ac:spMkLst>
            <pc:docMk/>
            <pc:sldMk cId="0" sldId="269"/>
            <ac:spMk id="8" creationId="{00000000-0000-0000-0000-000000000000}"/>
          </ac:spMkLst>
        </pc:spChg>
        <pc:spChg chg="mod">
          <ac:chgData name="동혁 박" userId="84bf69b2745c7752" providerId="LiveId" clId="{7499996A-8C34-4E3F-8943-F7138BEB2079}" dt="2026-03-27T01:45:46.550" v="601" actId="20577"/>
          <ac:spMkLst>
            <pc:docMk/>
            <pc:sldMk cId="0" sldId="269"/>
            <ac:spMk id="10" creationId="{00000000-0000-0000-0000-000000000000}"/>
          </ac:spMkLst>
        </pc:spChg>
      </pc:sldChg>
      <pc:sldChg chg="modSp mod">
        <pc:chgData name="동혁 박" userId="84bf69b2745c7752" providerId="LiveId" clId="{7499996A-8C34-4E3F-8943-F7138BEB2079}" dt="2026-03-27T02:04:17.030" v="1623" actId="20577"/>
        <pc:sldMkLst>
          <pc:docMk/>
          <pc:sldMk cId="0" sldId="270"/>
        </pc:sldMkLst>
        <pc:spChg chg="mod">
          <ac:chgData name="동혁 박" userId="84bf69b2745c7752" providerId="LiveId" clId="{7499996A-8C34-4E3F-8943-F7138BEB2079}" dt="2026-03-27T01:56:30.348" v="1192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동혁 박" userId="84bf69b2745c7752" providerId="LiveId" clId="{7499996A-8C34-4E3F-8943-F7138BEB2079}" dt="2026-03-27T02:04:17.030" v="1623" actId="20577"/>
          <ac:spMkLst>
            <pc:docMk/>
            <pc:sldMk cId="0" sldId="270"/>
            <ac:spMk id="8" creationId="{00000000-0000-0000-0000-000000000000}"/>
          </ac:spMkLst>
        </pc:spChg>
        <pc:spChg chg="mod">
          <ac:chgData name="동혁 박" userId="84bf69b2745c7752" providerId="LiveId" clId="{7499996A-8C34-4E3F-8943-F7138BEB2079}" dt="2026-03-27T02:03:39.544" v="1530" actId="20577"/>
          <ac:spMkLst>
            <pc:docMk/>
            <pc:sldMk cId="0" sldId="270"/>
            <ac:spMk id="10" creationId="{00000000-0000-0000-0000-000000000000}"/>
          </ac:spMkLst>
        </pc:spChg>
      </pc:sldChg>
      <pc:sldChg chg="modSp mod">
        <pc:chgData name="동혁 박" userId="84bf69b2745c7752" providerId="LiveId" clId="{7499996A-8C34-4E3F-8943-F7138BEB2079}" dt="2026-03-27T01:59:12.220" v="1457" actId="20577"/>
        <pc:sldMkLst>
          <pc:docMk/>
          <pc:sldMk cId="0" sldId="271"/>
        </pc:sldMkLst>
        <pc:spChg chg="mod">
          <ac:chgData name="동혁 박" userId="84bf69b2745c7752" providerId="LiveId" clId="{7499996A-8C34-4E3F-8943-F7138BEB2079}" dt="2026-03-27T01:56:29.598" v="1190" actId="20577"/>
          <ac:spMkLst>
            <pc:docMk/>
            <pc:sldMk cId="0" sldId="271"/>
            <ac:spMk id="4" creationId="{00000000-0000-0000-0000-000000000000}"/>
          </ac:spMkLst>
        </pc:spChg>
        <pc:spChg chg="mod">
          <ac:chgData name="동혁 박" userId="84bf69b2745c7752" providerId="LiveId" clId="{7499996A-8C34-4E3F-8943-F7138BEB2079}" dt="2026-03-27T01:59:12.220" v="1457" actId="20577"/>
          <ac:spMkLst>
            <pc:docMk/>
            <pc:sldMk cId="0" sldId="271"/>
            <ac:spMk id="6" creationId="{00000000-0000-0000-0000-000000000000}"/>
          </ac:spMkLst>
        </pc:spChg>
      </pc:sldChg>
      <pc:sldChg chg="addSp delSp modSp mod">
        <pc:chgData name="동혁 박" userId="84bf69b2745c7752" providerId="LiveId" clId="{7499996A-8C34-4E3F-8943-F7138BEB2079}" dt="2026-03-27T02:05:45.847" v="1630" actId="14100"/>
        <pc:sldMkLst>
          <pc:docMk/>
          <pc:sldMk cId="0" sldId="274"/>
        </pc:sldMkLst>
        <pc:spChg chg="mod">
          <ac:chgData name="동혁 박" userId="84bf69b2745c7752" providerId="LiveId" clId="{7499996A-8C34-4E3F-8943-F7138BEB2079}" dt="2026-03-27T02:00:46.214" v="1478" actId="20577"/>
          <ac:spMkLst>
            <pc:docMk/>
            <pc:sldMk cId="0" sldId="274"/>
            <ac:spMk id="4" creationId="{00000000-0000-0000-0000-000000000000}"/>
          </ac:spMkLst>
        </pc:spChg>
        <pc:spChg chg="del">
          <ac:chgData name="동혁 박" userId="84bf69b2745c7752" providerId="LiveId" clId="{7499996A-8C34-4E3F-8943-F7138BEB2079}" dt="2026-03-27T02:00:54.287" v="1480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동혁 박" userId="84bf69b2745c7752" providerId="LiveId" clId="{7499996A-8C34-4E3F-8943-F7138BEB2079}" dt="2026-03-27T02:00:49.907" v="1479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동혁 박" userId="84bf69b2745c7752" providerId="LiveId" clId="{7499996A-8C34-4E3F-8943-F7138BEB2079}" dt="2026-03-27T02:00:54.287" v="1480" actId="478"/>
          <ac:spMkLst>
            <pc:docMk/>
            <pc:sldMk cId="0" sldId="274"/>
            <ac:spMk id="7" creationId="{00000000-0000-0000-0000-000000000000}"/>
          </ac:spMkLst>
        </pc:spChg>
        <pc:spChg chg="del">
          <ac:chgData name="동혁 박" userId="84bf69b2745c7752" providerId="LiveId" clId="{7499996A-8C34-4E3F-8943-F7138BEB2079}" dt="2026-03-27T02:00:49.907" v="1479" actId="478"/>
          <ac:spMkLst>
            <pc:docMk/>
            <pc:sldMk cId="0" sldId="274"/>
            <ac:spMk id="8" creationId="{00000000-0000-0000-0000-000000000000}"/>
          </ac:spMkLst>
        </pc:spChg>
        <pc:spChg chg="del">
          <ac:chgData name="동혁 박" userId="84bf69b2745c7752" providerId="LiveId" clId="{7499996A-8C34-4E3F-8943-F7138BEB2079}" dt="2026-03-27T02:00:54.287" v="1480" actId="478"/>
          <ac:spMkLst>
            <pc:docMk/>
            <pc:sldMk cId="0" sldId="274"/>
            <ac:spMk id="9" creationId="{00000000-0000-0000-0000-000000000000}"/>
          </ac:spMkLst>
        </pc:spChg>
        <pc:spChg chg="del">
          <ac:chgData name="동혁 박" userId="84bf69b2745c7752" providerId="LiveId" clId="{7499996A-8C34-4E3F-8943-F7138BEB2079}" dt="2026-03-27T02:00:49.907" v="1479" actId="478"/>
          <ac:spMkLst>
            <pc:docMk/>
            <pc:sldMk cId="0" sldId="274"/>
            <ac:spMk id="10" creationId="{00000000-0000-0000-0000-000000000000}"/>
          </ac:spMkLst>
        </pc:spChg>
        <pc:spChg chg="del">
          <ac:chgData name="동혁 박" userId="84bf69b2745c7752" providerId="LiveId" clId="{7499996A-8C34-4E3F-8943-F7138BEB2079}" dt="2026-03-27T02:00:49.907" v="1479" actId="478"/>
          <ac:spMkLst>
            <pc:docMk/>
            <pc:sldMk cId="0" sldId="274"/>
            <ac:spMk id="11" creationId="{00000000-0000-0000-0000-000000000000}"/>
          </ac:spMkLst>
        </pc:spChg>
        <pc:spChg chg="del">
          <ac:chgData name="동혁 박" userId="84bf69b2745c7752" providerId="LiveId" clId="{7499996A-8C34-4E3F-8943-F7138BEB2079}" dt="2026-03-27T02:00:49.907" v="1479" actId="478"/>
          <ac:spMkLst>
            <pc:docMk/>
            <pc:sldMk cId="0" sldId="274"/>
            <ac:spMk id="12" creationId="{00000000-0000-0000-0000-000000000000}"/>
          </ac:spMkLst>
        </pc:spChg>
        <pc:picChg chg="add mod">
          <ac:chgData name="동혁 박" userId="84bf69b2745c7752" providerId="LiveId" clId="{7499996A-8C34-4E3F-8943-F7138BEB2079}" dt="2026-03-27T02:05:45.847" v="1630" actId="14100"/>
          <ac:picMkLst>
            <pc:docMk/>
            <pc:sldMk cId="0" sldId="274"/>
            <ac:picMk id="14" creationId="{E3076C85-EEC9-A0A1-1E36-75909E0B0316}"/>
          </ac:picMkLst>
        </pc:picChg>
      </pc:sldChg>
      <pc:sldChg chg="add del">
        <pc:chgData name="동혁 박" userId="84bf69b2745c7752" providerId="LiveId" clId="{7499996A-8C34-4E3F-8943-F7138BEB2079}" dt="2026-03-27T02:04:58.397" v="1624" actId="47"/>
        <pc:sldMkLst>
          <pc:docMk/>
          <pc:sldMk cId="3111655100" sldId="278"/>
        </pc:sldMkLst>
      </pc:sldChg>
      <pc:sldChg chg="addSp delSp modSp add mod">
        <pc:chgData name="동혁 박" userId="84bf69b2745c7752" providerId="LiveId" clId="{7499996A-8C34-4E3F-8943-F7138BEB2079}" dt="2026-03-27T02:02:41.084" v="1501" actId="1076"/>
        <pc:sldMkLst>
          <pc:docMk/>
          <pc:sldMk cId="4081541765" sldId="279"/>
        </pc:sldMkLst>
        <pc:spChg chg="mod">
          <ac:chgData name="동혁 박" userId="84bf69b2745c7752" providerId="LiveId" clId="{7499996A-8C34-4E3F-8943-F7138BEB2079}" dt="2026-03-27T02:02:02.180" v="1486" actId="20577"/>
          <ac:spMkLst>
            <pc:docMk/>
            <pc:sldMk cId="4081541765" sldId="279"/>
            <ac:spMk id="4" creationId="{9C05385F-8319-5FD5-D08C-2D34BF0A8107}"/>
          </ac:spMkLst>
        </pc:spChg>
        <pc:spChg chg="del">
          <ac:chgData name="동혁 박" userId="84bf69b2745c7752" providerId="LiveId" clId="{7499996A-8C34-4E3F-8943-F7138BEB2079}" dt="2026-03-27T02:02:25.275" v="1494" actId="478"/>
          <ac:spMkLst>
            <pc:docMk/>
            <pc:sldMk cId="4081541765" sldId="279"/>
            <ac:spMk id="5" creationId="{15338385-6BD1-CBAE-06F7-FAE06AA8D570}"/>
          </ac:spMkLst>
        </pc:spChg>
        <pc:spChg chg="del mod">
          <ac:chgData name="동혁 박" userId="84bf69b2745c7752" providerId="LiveId" clId="{7499996A-8C34-4E3F-8943-F7138BEB2079}" dt="2026-03-27T02:02:19.380" v="1489" actId="478"/>
          <ac:spMkLst>
            <pc:docMk/>
            <pc:sldMk cId="4081541765" sldId="279"/>
            <ac:spMk id="6" creationId="{77E188FA-05B2-1A27-0EEF-537096963AD6}"/>
          </ac:spMkLst>
        </pc:spChg>
        <pc:spChg chg="del">
          <ac:chgData name="동혁 박" userId="84bf69b2745c7752" providerId="LiveId" clId="{7499996A-8C34-4E3F-8943-F7138BEB2079}" dt="2026-03-27T02:02:25.896" v="1495" actId="478"/>
          <ac:spMkLst>
            <pc:docMk/>
            <pc:sldMk cId="4081541765" sldId="279"/>
            <ac:spMk id="7" creationId="{7159F429-12DD-2F61-3D0D-4CB868E4D3B7}"/>
          </ac:spMkLst>
        </pc:spChg>
        <pc:spChg chg="del mod">
          <ac:chgData name="동혁 박" userId="84bf69b2745c7752" providerId="LiveId" clId="{7499996A-8C34-4E3F-8943-F7138BEB2079}" dt="2026-03-27T02:02:24.033" v="1493" actId="478"/>
          <ac:spMkLst>
            <pc:docMk/>
            <pc:sldMk cId="4081541765" sldId="279"/>
            <ac:spMk id="8" creationId="{F53A11F6-D391-C000-B7F1-E6EBB2534BA3}"/>
          </ac:spMkLst>
        </pc:spChg>
        <pc:spChg chg="del">
          <ac:chgData name="동혁 박" userId="84bf69b2745c7752" providerId="LiveId" clId="{7499996A-8C34-4E3F-8943-F7138BEB2079}" dt="2026-03-27T02:02:21.213" v="1491" actId="478"/>
          <ac:spMkLst>
            <pc:docMk/>
            <pc:sldMk cId="4081541765" sldId="279"/>
            <ac:spMk id="9" creationId="{8EF6F1A1-8F5A-19EF-726C-A0E29FFAA5A2}"/>
          </ac:spMkLst>
        </pc:spChg>
        <pc:spChg chg="del">
          <ac:chgData name="동혁 박" userId="84bf69b2745c7752" providerId="LiveId" clId="{7499996A-8C34-4E3F-8943-F7138BEB2079}" dt="2026-03-27T02:02:20.561" v="1490" actId="478"/>
          <ac:spMkLst>
            <pc:docMk/>
            <pc:sldMk cId="4081541765" sldId="279"/>
            <ac:spMk id="10" creationId="{096B8470-F0AD-2AEB-CFE0-46DF529DB44F}"/>
          </ac:spMkLst>
        </pc:spChg>
        <pc:picChg chg="add mod">
          <ac:chgData name="동혁 박" userId="84bf69b2745c7752" providerId="LiveId" clId="{7499996A-8C34-4E3F-8943-F7138BEB2079}" dt="2026-03-27T02:02:41.084" v="1501" actId="1076"/>
          <ac:picMkLst>
            <pc:docMk/>
            <pc:sldMk cId="4081541765" sldId="279"/>
            <ac:picMk id="12" creationId="{A59D9CD7-CED1-E9E6-0046-54197DCA8DCA}"/>
          </ac:picMkLst>
        </pc:picChg>
      </pc:sldChg>
      <pc:sldChg chg="modSp add mod ord">
        <pc:chgData name="동혁 박" userId="84bf69b2745c7752" providerId="LiveId" clId="{7499996A-8C34-4E3F-8943-F7138BEB2079}" dt="2026-03-27T02:09:45.789" v="1783" actId="20577"/>
        <pc:sldMkLst>
          <pc:docMk/>
          <pc:sldMk cId="2716575630" sldId="280"/>
        </pc:sldMkLst>
        <pc:spChg chg="mod">
          <ac:chgData name="동혁 박" userId="84bf69b2745c7752" providerId="LiveId" clId="{7499996A-8C34-4E3F-8943-F7138BEB2079}" dt="2026-03-27T02:09:45.789" v="1783" actId="20577"/>
          <ac:spMkLst>
            <pc:docMk/>
            <pc:sldMk cId="2716575630" sldId="280"/>
            <ac:spMk id="6" creationId="{C0C45536-7CA6-40B7-1FEB-D91EBA69AB67}"/>
          </ac:spMkLst>
        </pc:spChg>
      </pc:sldChg>
      <pc:sldChg chg="add del">
        <pc:chgData name="동혁 박" userId="84bf69b2745c7752" providerId="LiveId" clId="{7499996A-8C34-4E3F-8943-F7138BEB2079}" dt="2026-03-27T03:11:59.732" v="2417" actId="47"/>
        <pc:sldMkLst>
          <pc:docMk/>
          <pc:sldMk cId="292282635" sldId="281"/>
        </pc:sldMkLst>
      </pc:sldChg>
      <pc:sldChg chg="modSp add del mod">
        <pc:chgData name="동혁 박" userId="84bf69b2745c7752" providerId="LiveId" clId="{7499996A-8C34-4E3F-8943-F7138BEB2079}" dt="2026-03-27T02:24:03.171" v="2416" actId="47"/>
        <pc:sldMkLst>
          <pc:docMk/>
          <pc:sldMk cId="300314134" sldId="282"/>
        </pc:sldMkLst>
        <pc:spChg chg="mod">
          <ac:chgData name="동혁 박" userId="84bf69b2745c7752" providerId="LiveId" clId="{7499996A-8C34-4E3F-8943-F7138BEB2079}" dt="2026-03-27T02:23:58.976" v="2415" actId="20577"/>
          <ac:spMkLst>
            <pc:docMk/>
            <pc:sldMk cId="300314134" sldId="282"/>
            <ac:spMk id="4" creationId="{53E395AF-F0CB-0E1D-2A24-54D2429A1451}"/>
          </ac:spMkLst>
        </pc:spChg>
        <pc:spChg chg="mod">
          <ac:chgData name="동혁 박" userId="84bf69b2745c7752" providerId="LiveId" clId="{7499996A-8C34-4E3F-8943-F7138BEB2079}" dt="2026-03-27T02:23:10.564" v="2309" actId="1076"/>
          <ac:spMkLst>
            <pc:docMk/>
            <pc:sldMk cId="300314134" sldId="282"/>
            <ac:spMk id="6" creationId="{F27935CB-99E3-2A1D-ED05-B164CEC12700}"/>
          </ac:spMkLst>
        </pc:spChg>
      </pc:sldChg>
      <pc:sldChg chg="addSp delSp modSp add del mod">
        <pc:chgData name="동혁 박" userId="84bf69b2745c7752" providerId="LiveId" clId="{7499996A-8C34-4E3F-8943-F7138BEB2079}" dt="2026-03-27T02:23:15.463" v="2310" actId="47"/>
        <pc:sldMkLst>
          <pc:docMk/>
          <pc:sldMk cId="1141356129" sldId="283"/>
        </pc:sldMkLst>
        <pc:spChg chg="mod">
          <ac:chgData name="동혁 박" userId="84bf69b2745c7752" providerId="LiveId" clId="{7499996A-8C34-4E3F-8943-F7138BEB2079}" dt="2026-03-27T02:19:27.870" v="2097" actId="20577"/>
          <ac:spMkLst>
            <pc:docMk/>
            <pc:sldMk cId="1141356129" sldId="283"/>
            <ac:spMk id="4" creationId="{7CAB7101-CF3C-F40F-E1B3-07DFE01C1082}"/>
          </ac:spMkLst>
        </pc:spChg>
        <pc:spChg chg="del">
          <ac:chgData name="동혁 박" userId="84bf69b2745c7752" providerId="LiveId" clId="{7499996A-8C34-4E3F-8943-F7138BEB2079}" dt="2026-03-27T02:19:28.890" v="2098" actId="478"/>
          <ac:spMkLst>
            <pc:docMk/>
            <pc:sldMk cId="1141356129" sldId="283"/>
            <ac:spMk id="5" creationId="{80C60311-D272-CBD0-38C0-1AE2C9BF042B}"/>
          </ac:spMkLst>
        </pc:spChg>
        <pc:spChg chg="add del mod">
          <ac:chgData name="동혁 박" userId="84bf69b2745c7752" providerId="LiveId" clId="{7499996A-8C34-4E3F-8943-F7138BEB2079}" dt="2026-03-27T02:23:00.847" v="2306" actId="20577"/>
          <ac:spMkLst>
            <pc:docMk/>
            <pc:sldMk cId="1141356129" sldId="283"/>
            <ac:spMk id="6" creationId="{6583AC42-562B-6549-0F5B-EAB2C415D4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54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K-Digital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INFINITY LEVEL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</a:defRPr>
            </a:pPr>
            <a:r>
              <a:t>초간편 하이퍼 캐주얼 2D RPG</a:t>
            </a:r>
          </a:p>
          <a:p>
            <a:pPr algn="l">
              <a:defRPr sz="2000" b="0">
                <a:solidFill>
                  <a:srgbClr val="CCCCCC"/>
                </a:solidFill>
              </a:defRPr>
            </a:pPr>
            <a:r>
              <a:t>팀별 프로젝트 결과보고서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68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</a:defRPr>
            </a:pPr>
            <a:r>
              <a:t>장르: 하이퍼 캐주얼 RPG  |  타겟: 10세 이상 전연령  |  플랫폼: 모바일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Unity  |  C#  |  Backend SDK  |  2D RPG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60000"/>
            <a:ext cx="12191695" cy="21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0" y="1800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프로젝트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2178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0000" y="2196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2196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팀 구성 및 역할 분담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0" y="2574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0000" y="2592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2592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프로젝트 수행 절차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000" y="2970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0000" y="2988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2988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프로젝트 소개 및 핵심 기능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0000" y="3366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0000" y="3384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0" y="3384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모바일 게임 시장 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3762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0000" y="3780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0000" y="3780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타 게임 비교 분석 &amp; 차별점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000" y="4158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0000" y="4176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4176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기술 스택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000" y="4554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0000" y="4572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0000" y="4572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핵심 기능 구현 내용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000" y="4950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0000" y="4968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60000" y="4968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치매예방 미니게임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0000" y="5346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80000" y="5364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60000" y="5364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아키텍처 &amp; 설계 패턴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0000" y="5742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0000" y="5760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0000" y="5760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QA 결과 및 개선 사항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0000" y="6138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0000" y="6156000"/>
            <a:ext cx="10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60000" y="6156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시연 동영상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0000" y="6534000"/>
            <a:ext cx="9000000" cy="108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01  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72000" cy="432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프로젝트 명</a:t>
            </a:r>
          </a:p>
          <a:p>
            <a:pPr algn="l">
              <a:defRPr sz="2400" b="1">
                <a:solidFill>
                  <a:srgbClr val="FFFFFF"/>
                </a:solidFill>
              </a:defRPr>
            </a:pPr>
            <a:r>
              <a:t>INFINITY LEVEL UP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D4FF"/>
                </a:solidFill>
              </a:defRPr>
            </a:pPr>
            <a:r>
              <a:t>장르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초간편 하이퍼 캐주얼 2D RPG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D4FF"/>
                </a:solidFill>
              </a:defRPr>
            </a:pPr>
            <a:r>
              <a:t>타겟층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10세 이상 전연령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D4FF"/>
                </a:solidFill>
              </a:defRPr>
            </a:pPr>
            <a:r>
              <a:t>타겟 플랫폼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모바일 (Android / iOS)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D4FF"/>
                </a:solidFill>
              </a:defRPr>
            </a:pPr>
            <a:r>
              <a:t>레퍼런스 게임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The Tower  |  버섯커키우기  |  레알팜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D4FF"/>
                </a:solidFill>
              </a:defRPr>
            </a:pPr>
            <a:r>
              <a:t>기획 의도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누구나 쉽게 즐길 수 있는 초간편 조작으로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방치형 RPG의 성장 재미를 극대화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0" y="1800000"/>
            <a:ext cx="4680000" cy="432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0000" y="1980000"/>
            <a:ext cx="3960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기능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실시간</a:t>
            </a:r>
            <a:r>
              <a:rPr dirty="0"/>
              <a:t> 2D </a:t>
            </a:r>
            <a:r>
              <a:rPr dirty="0" err="1"/>
              <a:t>전투</a:t>
            </a:r>
            <a:r>
              <a:rPr dirty="0"/>
              <a:t> (</a:t>
            </a:r>
            <a:r>
              <a:rPr dirty="0" err="1"/>
              <a:t>원거리</a:t>
            </a:r>
            <a:r>
              <a:rPr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b="1" dirty="0" err="1"/>
              <a:t>장비</a:t>
            </a:r>
            <a:r>
              <a:rPr b="1" dirty="0"/>
              <a:t> &amp; </a:t>
            </a:r>
            <a:r>
              <a:rPr b="1" dirty="0" err="1"/>
              <a:t>동료</a:t>
            </a:r>
            <a:r>
              <a:rPr b="1" dirty="0"/>
              <a:t> </a:t>
            </a:r>
            <a:r>
              <a:rPr b="1" dirty="0" err="1"/>
              <a:t>가챠</a:t>
            </a:r>
            <a:r>
              <a:rPr b="1" dirty="0"/>
              <a:t> </a:t>
            </a:r>
            <a:r>
              <a:rPr b="1" dirty="0" err="1"/>
              <a:t>시스템</a:t>
            </a:r>
            <a:endParaRPr b="1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/</a:t>
            </a:r>
            <a:r>
              <a:rPr dirty="0" err="1"/>
              <a:t>레벨업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b="1" dirty="0" err="1"/>
              <a:t>농장</a:t>
            </a:r>
            <a:r>
              <a:rPr b="1" dirty="0"/>
              <a:t> </a:t>
            </a:r>
            <a:r>
              <a:rPr b="1" dirty="0" err="1"/>
              <a:t>미니게임</a:t>
            </a:r>
            <a:r>
              <a:rPr b="1" dirty="0"/>
              <a:t> (</a:t>
            </a:r>
            <a:r>
              <a:rPr b="1" dirty="0" err="1"/>
              <a:t>재배</a:t>
            </a:r>
            <a:r>
              <a:rPr b="1" dirty="0"/>
              <a:t>, </a:t>
            </a:r>
            <a:r>
              <a:rPr b="1" dirty="0" err="1"/>
              <a:t>건물</a:t>
            </a:r>
            <a:r>
              <a:rPr b="1" dirty="0"/>
              <a:t>, </a:t>
            </a:r>
            <a:r>
              <a:rPr b="1" dirty="0" err="1"/>
              <a:t>경매</a:t>
            </a:r>
            <a:r>
              <a:rPr b="1"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스킬</a:t>
            </a:r>
            <a:r>
              <a:rPr dirty="0"/>
              <a:t> </a:t>
            </a:r>
            <a:r>
              <a:rPr dirty="0" err="1"/>
              <a:t>트리</a:t>
            </a:r>
            <a:r>
              <a:rPr dirty="0"/>
              <a:t> &amp; </a:t>
            </a:r>
            <a:r>
              <a:rPr dirty="0" err="1"/>
              <a:t>핫바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VIP / </a:t>
            </a:r>
            <a:r>
              <a:rPr dirty="0" err="1"/>
              <a:t>랭킹</a:t>
            </a:r>
            <a:r>
              <a:rPr dirty="0"/>
              <a:t> / </a:t>
            </a:r>
            <a:r>
              <a:rPr dirty="0" err="1"/>
              <a:t>메일</a:t>
            </a:r>
            <a:r>
              <a:rPr dirty="0"/>
              <a:t> / </a:t>
            </a:r>
            <a:r>
              <a:rPr dirty="0" err="1"/>
              <a:t>채팅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b="1" dirty="0"/>
              <a:t>Backend </a:t>
            </a:r>
            <a:r>
              <a:rPr b="1" dirty="0" err="1"/>
              <a:t>서버</a:t>
            </a:r>
            <a:r>
              <a:rPr b="1" dirty="0"/>
              <a:t> </a:t>
            </a:r>
            <a:r>
              <a:rPr b="1" dirty="0" err="1"/>
              <a:t>연동</a:t>
            </a:r>
            <a:endParaRPr lang="en-US" b="1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endParaRPr lang="en-US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lang="ko-KR" altLang="en-US" dirty="0" err="1"/>
              <a:t>추후업데이트</a:t>
            </a:r>
            <a:r>
              <a:rPr lang="en-US" altLang="ko-KR" dirty="0"/>
              <a:t>?</a:t>
            </a:r>
            <a:endParaRPr lang="en-US" dirty="0"/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rPr lang="ko-KR" altLang="en-US" dirty="0"/>
              <a:t>무한의탑 </a:t>
            </a:r>
            <a:r>
              <a:rPr lang="en-US" altLang="ko-KR" dirty="0"/>
              <a:t>(</a:t>
            </a:r>
            <a:r>
              <a:rPr lang="ko-KR" altLang="en-US" dirty="0"/>
              <a:t>끝없는 도전 콘텐츠</a:t>
            </a:r>
            <a:r>
              <a:rPr lang="en-US" altLang="ko-KR" dirty="0"/>
              <a:t>)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rPr lang="en-US" altLang="ko-KR" dirty="0"/>
              <a:t>  </a:t>
            </a:r>
            <a:r>
              <a:rPr lang="ko-KR" altLang="en-US" dirty="0"/>
              <a:t>월드보스 레이드 </a:t>
            </a:r>
            <a:r>
              <a:rPr lang="en-US" altLang="ko-KR" dirty="0"/>
              <a:t>(</a:t>
            </a:r>
            <a:r>
              <a:rPr lang="ko-KR" altLang="en-US" dirty="0"/>
              <a:t>협동 전투</a:t>
            </a:r>
            <a:r>
              <a:rPr lang="en-US" altLang="ko-KR" dirty="0"/>
              <a:t>)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rPr lang="ko-KR" altLang="en-US" dirty="0"/>
              <a:t> 치매예방 미니게임 </a:t>
            </a:r>
            <a:r>
              <a:rPr lang="en-US" altLang="ko-KR" dirty="0"/>
              <a:t>(</a:t>
            </a:r>
            <a:r>
              <a:rPr lang="ko-KR" altLang="en-US" dirty="0"/>
              <a:t>두뇌 훈련</a:t>
            </a:r>
            <a:r>
              <a:rPr lang="en-US" altLang="ko-KR"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02  팀 구성 및 역할 분담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07609"/>
              </p:ext>
            </p:extLst>
          </p:nvPr>
        </p:nvGraphicFramePr>
        <p:xfrm>
          <a:off x="720000" y="1980000"/>
          <a:ext cx="10800000" cy="3753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훈련생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담당 업무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397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박동혁</a:t>
                      </a: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팀장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총괄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전체 시스템 개발</a:t>
                      </a:r>
                    </a:p>
                    <a:p>
                      <a:pPr algn="l">
                        <a:defRPr sz="140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백주원</a:t>
                      </a:r>
                      <a:endParaRPr dirty="0"/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팀원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아트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이펙터</a:t>
                      </a:r>
                      <a:endParaRPr dirty="0"/>
                    </a:p>
                  </a:txBody>
                  <a:tcPr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최민우</a:t>
                      </a: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팀원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UI/UX</a:t>
                      </a:r>
                      <a:r>
                        <a:rPr lang="en-US" dirty="0"/>
                        <a:t> , QA ,</a:t>
                      </a:r>
                      <a:r>
                        <a:rPr lang="ko-KR" altLang="en-US" dirty="0"/>
                        <a:t>레벨디자인</a:t>
                      </a: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황창환</a:t>
                      </a:r>
                      <a:endParaRPr dirty="0"/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팀원</a:t>
                      </a:r>
                      <a:endParaRPr dirty="0"/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UI/UX , QA </a:t>
                      </a:r>
                      <a:endParaRPr dirty="0"/>
                    </a:p>
                  </a:txBody>
                  <a:tcPr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03  프로젝트 수행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프로젝트 개발 일정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569556"/>
              </p:ext>
            </p:extLst>
          </p:nvPr>
        </p:nvGraphicFramePr>
        <p:xfrm>
          <a:off x="720000" y="2160000"/>
          <a:ext cx="10800000" cy="4021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활동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사전 기획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1주차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게임 컨셉, 레퍼런스 분석, 기획서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아이디어 선정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42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콘텐츠 개발</a:t>
                      </a:r>
                    </a:p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2~3주차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가챠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인벤토리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농장</a:t>
                      </a:r>
                    </a:p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주요 시스템</a:t>
                      </a:r>
                    </a:p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서버연동</a:t>
                      </a:r>
                    </a:p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4~5주차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en-US" altLang="ko-KR" dirty="0"/>
                        <a:t>Backend SDK (</a:t>
                      </a:r>
                      <a:r>
                        <a:rPr lang="ko-KR" altLang="en-US" dirty="0"/>
                        <a:t>인증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채팅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랭킹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저장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 err="1"/>
                        <a:t>백엔드</a:t>
                      </a:r>
                      <a:r>
                        <a:rPr lang="ko-KR" altLang="en-US" dirty="0"/>
                        <a:t> 통합</a:t>
                      </a:r>
                    </a:p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프로토타입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5~6주차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전투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캐릭터 컨트롤러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기본 </a:t>
                      </a:r>
                      <a:r>
                        <a:rPr lang="en-US" altLang="ko-KR" dirty="0"/>
                        <a:t>UI</a:t>
                      </a:r>
                      <a:endParaRPr lang="ko-KR" altLang="en-US" dirty="0"/>
                    </a:p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rPr lang="ko-KR" altLang="en-US" dirty="0"/>
                        <a:t>핵심 메카닉</a:t>
                      </a:r>
                    </a:p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QA/수정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6~7주차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버그 수정, 밸런싱, UI/UX 개선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품질 관리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1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총 개발기간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약 7주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r>
                        <a:t>기획 -&gt; 개발 -&gt; QA -&gt; 완성</a:t>
                      </a:r>
                    </a:p>
                  </a:txBody>
                  <a:tcPr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04  프로젝트 소개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72000" cy="468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10080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dirty="0"/>
              <a:t>INFINITY LEVEL UP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600" b="0">
                <a:solidFill>
                  <a:srgbClr val="00D4FF"/>
                </a:solidFill>
              </a:defRPr>
            </a:pPr>
            <a:r>
              <a:rPr dirty="0" err="1"/>
              <a:t>초간편</a:t>
            </a:r>
            <a:r>
              <a:rPr dirty="0"/>
              <a:t> </a:t>
            </a:r>
            <a:r>
              <a:rPr dirty="0" err="1"/>
              <a:t>하이퍼</a:t>
            </a:r>
            <a:r>
              <a:rPr dirty="0"/>
              <a:t> </a:t>
            </a:r>
            <a:r>
              <a:rPr dirty="0" err="1"/>
              <a:t>캐주얼</a:t>
            </a:r>
            <a:r>
              <a:rPr dirty="0"/>
              <a:t> 2D RPG  |  10세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전연령</a:t>
            </a:r>
            <a:r>
              <a:rPr dirty="0"/>
              <a:t>  |  </a:t>
            </a:r>
            <a:r>
              <a:rPr dirty="0" err="1"/>
              <a:t>모바일</a:t>
            </a: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D700"/>
                </a:solidFill>
              </a:defRPr>
            </a:pPr>
            <a:r>
              <a:rPr dirty="0" err="1"/>
              <a:t>레퍼런스</a:t>
            </a:r>
            <a:r>
              <a:rPr dirty="0"/>
              <a:t>: The Tower(</a:t>
            </a:r>
            <a:r>
              <a:rPr dirty="0" err="1"/>
              <a:t>방치형</a:t>
            </a:r>
            <a:r>
              <a:rPr dirty="0"/>
              <a:t> </a:t>
            </a:r>
            <a:r>
              <a:rPr dirty="0" err="1"/>
              <a:t>전투</a:t>
            </a:r>
            <a:r>
              <a:rPr dirty="0"/>
              <a:t>) + </a:t>
            </a:r>
            <a:r>
              <a:rPr dirty="0" err="1"/>
              <a:t>버섯커키우기</a:t>
            </a:r>
            <a:r>
              <a:rPr dirty="0"/>
              <a:t>(</a:t>
            </a:r>
            <a:r>
              <a:rPr dirty="0" err="1"/>
              <a:t>성장</a:t>
            </a:r>
            <a:r>
              <a:rPr dirty="0"/>
              <a:t>/</a:t>
            </a:r>
            <a:r>
              <a:rPr dirty="0" err="1"/>
              <a:t>수집</a:t>
            </a:r>
            <a:r>
              <a:rPr dirty="0"/>
              <a:t>) + </a:t>
            </a:r>
            <a:r>
              <a:rPr dirty="0" err="1"/>
              <a:t>레알팜</a:t>
            </a:r>
            <a:r>
              <a:rPr dirty="0"/>
              <a:t>(</a:t>
            </a:r>
            <a:r>
              <a:rPr dirty="0" err="1"/>
              <a:t>농장</a:t>
            </a:r>
            <a:r>
              <a:rPr dirty="0"/>
              <a:t> </a:t>
            </a:r>
            <a:r>
              <a:rPr dirty="0" err="1"/>
              <a:t>경영</a:t>
            </a:r>
            <a:r>
              <a:rPr dirty="0"/>
              <a:t>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소개</a:t>
            </a:r>
            <a:endParaRPr dirty="0"/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dirty="0"/>
              <a:t>INFINITY LEVEL </a:t>
            </a:r>
            <a:r>
              <a:rPr dirty="0" err="1"/>
              <a:t>UP은</a:t>
            </a:r>
            <a:r>
              <a:rPr dirty="0"/>
              <a:t> </a:t>
            </a:r>
            <a:r>
              <a:rPr dirty="0" err="1"/>
              <a:t>누구나</a:t>
            </a:r>
            <a:r>
              <a:rPr dirty="0"/>
              <a:t> </a:t>
            </a:r>
            <a:r>
              <a:rPr dirty="0" err="1"/>
              <a:t>손쉽게</a:t>
            </a:r>
            <a:r>
              <a:rPr dirty="0"/>
              <a:t> </a:t>
            </a:r>
            <a:r>
              <a:rPr dirty="0" err="1"/>
              <a:t>즐길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초간편</a:t>
            </a:r>
            <a:r>
              <a:rPr dirty="0"/>
              <a:t> </a:t>
            </a:r>
            <a:r>
              <a:rPr dirty="0" err="1"/>
              <a:t>조작의</a:t>
            </a:r>
            <a:endParaRPr dirty="0"/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dirty="0" err="1"/>
              <a:t>하이퍼</a:t>
            </a:r>
            <a:r>
              <a:rPr dirty="0"/>
              <a:t> </a:t>
            </a:r>
            <a:r>
              <a:rPr dirty="0" err="1"/>
              <a:t>캐주얼</a:t>
            </a:r>
            <a:r>
              <a:rPr dirty="0"/>
              <a:t> </a:t>
            </a:r>
            <a:r>
              <a:rPr dirty="0" err="1"/>
              <a:t>RPG입니다</a:t>
            </a:r>
            <a:r>
              <a:rPr dirty="0"/>
              <a:t>. The </a:t>
            </a:r>
            <a:r>
              <a:rPr dirty="0" err="1"/>
              <a:t>Tower처럼</a:t>
            </a:r>
            <a:r>
              <a:rPr dirty="0"/>
              <a:t> </a:t>
            </a:r>
            <a:r>
              <a:rPr dirty="0" err="1"/>
              <a:t>간단한</a:t>
            </a:r>
            <a:r>
              <a:rPr dirty="0"/>
              <a:t> </a:t>
            </a:r>
            <a:r>
              <a:rPr dirty="0" err="1"/>
              <a:t>방치형</a:t>
            </a:r>
            <a:r>
              <a:rPr dirty="0"/>
              <a:t> </a:t>
            </a:r>
            <a:r>
              <a:rPr dirty="0" err="1"/>
              <a:t>전투</a:t>
            </a:r>
            <a:r>
              <a:rPr dirty="0"/>
              <a:t>,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dirty="0" err="1"/>
              <a:t>버섯커키우기처럼</a:t>
            </a:r>
            <a:r>
              <a:rPr dirty="0"/>
              <a:t> </a:t>
            </a:r>
            <a:r>
              <a:rPr dirty="0" err="1"/>
              <a:t>다양한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/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, </a:t>
            </a:r>
            <a:r>
              <a:rPr dirty="0" err="1"/>
              <a:t>레알팜처럼</a:t>
            </a:r>
            <a:r>
              <a:rPr dirty="0"/>
              <a:t> </a:t>
            </a:r>
            <a:r>
              <a:rPr dirty="0" err="1"/>
              <a:t>힐링</a:t>
            </a:r>
            <a:r>
              <a:rPr dirty="0"/>
              <a:t> </a:t>
            </a:r>
            <a:r>
              <a:rPr dirty="0" err="1"/>
              <a:t>농장을</a:t>
            </a:r>
            <a:endParaRPr dirty="0"/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dirty="0" err="1"/>
              <a:t>결합하여</a:t>
            </a:r>
            <a:r>
              <a:rPr dirty="0"/>
              <a:t> </a:t>
            </a:r>
            <a:r>
              <a:rPr dirty="0" err="1"/>
              <a:t>끝없는</a:t>
            </a:r>
            <a:r>
              <a:rPr dirty="0"/>
              <a:t> </a:t>
            </a:r>
            <a:r>
              <a:rPr dirty="0" err="1"/>
              <a:t>성장을</a:t>
            </a:r>
            <a:r>
              <a:rPr dirty="0"/>
              <a:t> </a:t>
            </a:r>
            <a:r>
              <a:rPr dirty="0" err="1"/>
              <a:t>경험할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콘텐츠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- </a:t>
            </a:r>
            <a:r>
              <a:rPr dirty="0" err="1"/>
              <a:t>원터치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전투</a:t>
            </a:r>
            <a:r>
              <a:rPr dirty="0"/>
              <a:t> (</a:t>
            </a:r>
            <a:r>
              <a:rPr dirty="0" err="1"/>
              <a:t>원거리</a:t>
            </a:r>
            <a:r>
              <a:rPr dirty="0"/>
              <a:t> </a:t>
            </a:r>
            <a:r>
              <a:rPr dirty="0" err="1"/>
              <a:t>캐릭터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lang="en-US" dirty="0"/>
              <a:t>  </a:t>
            </a:r>
            <a:r>
              <a:rPr dirty="0"/>
              <a:t>- </a:t>
            </a:r>
            <a:r>
              <a:rPr dirty="0" err="1"/>
              <a:t>장비</a:t>
            </a:r>
            <a:r>
              <a:rPr dirty="0"/>
              <a:t> &amp; </a:t>
            </a:r>
            <a:r>
              <a:rPr dirty="0" err="1"/>
              <a:t>동료</a:t>
            </a:r>
            <a:r>
              <a:rPr dirty="0"/>
              <a:t> </a:t>
            </a:r>
            <a:r>
              <a:rPr dirty="0" err="1"/>
              <a:t>가챠</a:t>
            </a:r>
            <a:r>
              <a:rPr dirty="0"/>
              <a:t> (5티어 </a:t>
            </a:r>
            <a:r>
              <a:rPr dirty="0" err="1"/>
              <a:t>확률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-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 / </a:t>
            </a:r>
            <a:r>
              <a:rPr dirty="0" err="1"/>
              <a:t>농장</a:t>
            </a:r>
            <a:r>
              <a:rPr dirty="0"/>
              <a:t> / </a:t>
            </a:r>
            <a:r>
              <a:rPr dirty="0" err="1"/>
              <a:t>치매예방</a:t>
            </a:r>
            <a:r>
              <a:rPr dirty="0"/>
              <a:t> </a:t>
            </a:r>
            <a:r>
              <a:rPr dirty="0" err="1"/>
              <a:t>미니게임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- </a:t>
            </a:r>
            <a:r>
              <a:rPr dirty="0" err="1"/>
              <a:t>스킬</a:t>
            </a:r>
            <a:r>
              <a:rPr dirty="0"/>
              <a:t> </a:t>
            </a:r>
            <a:r>
              <a:rPr dirty="0" err="1"/>
              <a:t>트리</a:t>
            </a:r>
            <a:r>
              <a:rPr dirty="0"/>
              <a:t>, </a:t>
            </a:r>
            <a:r>
              <a:rPr dirty="0" err="1"/>
              <a:t>채팅</a:t>
            </a:r>
            <a:r>
              <a:rPr dirty="0"/>
              <a:t>, </a:t>
            </a:r>
            <a:r>
              <a:rPr dirty="0" err="1"/>
              <a:t>랭킹</a:t>
            </a:r>
            <a:r>
              <a:rPr dirty="0"/>
              <a:t>, VIP, </a:t>
            </a:r>
            <a:r>
              <a:rPr dirty="0" err="1"/>
              <a:t>오프라인</a:t>
            </a:r>
            <a:r>
              <a:rPr dirty="0"/>
              <a:t> </a:t>
            </a:r>
            <a:r>
              <a:rPr dirty="0" err="1"/>
              <a:t>보상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05  모바일 게임 시장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27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Market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800000"/>
            <a:ext cx="72000" cy="198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0000" y="1800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글로벌 모바일 게임 시장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  2024년 시장 규모: 약 $920억 (USD)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  전체 게임 시장의 약 49% 차지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  연평균 성장률(CAGR): 7~8%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  2028년 예상: $1,200억 이상</a:t>
            </a:r>
          </a:p>
          <a:p>
            <a:pPr algn="l">
              <a:defRPr sz="1100" b="0">
                <a:solidFill>
                  <a:srgbClr val="CCCCCC"/>
                </a:solidFill>
              </a:defRPr>
            </a:pPr>
            <a:r>
              <a:t>  (출처: Newzoo, Sensor Tower)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140000"/>
            <a:ext cx="72000" cy="198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0000" y="4140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한국 모바일 게임 시장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  2024년 시장 규모: 약 $65~70억 (USD)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  세계 4위 모바일 게임 시장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  Google Play 점유율: 약 70~75%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  캐주얼/방치형 RPG 강세</a:t>
            </a:r>
          </a:p>
          <a:p>
            <a:pPr algn="l">
              <a:defRPr sz="1100" b="0">
                <a:solidFill>
                  <a:srgbClr val="CCCCCC"/>
                </a:solidFill>
              </a:defRPr>
            </a:pPr>
            <a:r>
              <a:t>  (출처: KOCCA, data.ai)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0" y="1800000"/>
            <a:ext cx="4680000" cy="450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0000" y="1919440"/>
            <a:ext cx="39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rPr dirty="0" err="1"/>
              <a:t>글로벌</a:t>
            </a:r>
            <a:r>
              <a:rPr dirty="0"/>
              <a:t> </a:t>
            </a:r>
            <a:r>
              <a:rPr dirty="0" err="1"/>
              <a:t>모바일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추이</a:t>
            </a: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200000" y="270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rPr dirty="0"/>
              <a:t>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0000" y="2675440"/>
            <a:ext cx="2310000" cy="288000"/>
          </a:xfrm>
          <a:prstGeom prst="roundRect">
            <a:avLst/>
          </a:prstGeom>
          <a:solidFill>
            <a:srgbClr val="33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12000" y="263944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$77B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0" y="324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30000" y="3215440"/>
            <a:ext cx="2490000" cy="288000"/>
          </a:xfrm>
          <a:prstGeom prst="round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91999" y="317944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$83B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0" y="378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30000" y="3755440"/>
            <a:ext cx="2760000" cy="288000"/>
          </a:xfrm>
          <a:prstGeom prst="roundRect">
            <a:avLst/>
          </a:prstGeom>
          <a:solidFill>
            <a:srgbClr val="559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62000" y="371944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$92B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0" y="43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2025(E)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30000" y="4295440"/>
            <a:ext cx="2970000" cy="288000"/>
          </a:xfrm>
          <a:prstGeom prst="roundRect">
            <a:avLst/>
          </a:prstGeom>
          <a:solidFill>
            <a:srgbClr val="00A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72000" y="425944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$99B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0" y="48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2026(E)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30000" y="4835440"/>
            <a:ext cx="3210000" cy="288000"/>
          </a:xfrm>
          <a:prstGeom prst="roundRect">
            <a:avLst/>
          </a:prstGeom>
          <a:solidFill>
            <a:srgbClr val="0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12000" y="479944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$107B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0" y="540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2028(E)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30000" y="5375440"/>
            <a:ext cx="3600000" cy="288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502000" y="533944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rPr dirty="0"/>
              <a:t>$120B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0" y="612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(단위: 10억 USD, E=예상)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05  하이퍼 캐주얼 &amp; 방치형 RPG 시장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장르별 시장 가능성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800000"/>
            <a:ext cx="72000" cy="18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0000" y="1800000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하이퍼 캐주얼 시장 트렌드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하이퍼 캐주얼 -&gt; '하이브리드 캐주얼' 진화 중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단순 조작 + 깊은 메타(성장/수집) 결합이 대세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CPI(설치당 비용) 최저 수준 ($0.2~0.5)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전연령 접근성으로 유저 확보 용이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960000"/>
            <a:ext cx="72000" cy="18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0000" y="3960000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방치형/Idle RPG 시장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아시아(한국/일본/중국) 시장에서 강세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한국 Google Play 매출 상위권 상주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방치 + 가챠 결합 모델 성장세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바쁜 현대인에게 최적화된 플레이 패턴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0" y="1800000"/>
            <a:ext cx="4680000" cy="432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0000" y="1980000"/>
            <a:ext cx="39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INFINITY LEVEL UP의 시장 적합성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E676"/>
                </a:solidFill>
              </a:defRPr>
            </a:pPr>
            <a:r>
              <a:t>  하이브리드 캐주얼 트렌드 부합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    초간편 조작 + 깊은 성장/수집 메타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    하이퍼 캐주얼의 진화 방향과 일치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E676"/>
                </a:solidFill>
              </a:defRPr>
            </a:pPr>
            <a:r>
              <a:t>  방치형 RPG 시장 성장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    The Tower/버섯커키우기와 동일 장르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    검증된 시장에서의 차별화 경쟁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E676"/>
                </a:solidFill>
              </a:defRPr>
            </a:pPr>
            <a:r>
              <a:t>  전연령 접근성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    10세 이상 타겟으로 넓은 유저풀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    가족 단위 플레이 가능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1">
                <a:solidFill>
                  <a:srgbClr val="00E676"/>
                </a:solidFill>
              </a:defRPr>
            </a:pPr>
            <a:r>
              <a:t>  다중 수익 모델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    가챠 + VIP + 광고 수익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    다양한 수익원으로 안정적 BM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06  타 게임 비교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레퍼런스 게임과의 비교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202657"/>
              </p:ext>
            </p:extLst>
          </p:nvPr>
        </p:nvGraphicFramePr>
        <p:xfrm>
          <a:off x="540000" y="1620000"/>
          <a:ext cx="11160000" cy="5469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비교 항목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INFINITY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LEVEL UP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The Tower</a:t>
                      </a:r>
                    </a:p>
                  </a:txBody>
                  <a:tcPr anchor="ctr">
                    <a:solidFill>
                      <a:srgbClr val="5544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버섯커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키우기</a:t>
                      </a:r>
                    </a:p>
                  </a:txBody>
                  <a:tcPr anchor="ctr">
                    <a:solidFill>
                      <a:srgbClr val="4422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레알팜</a:t>
                      </a:r>
                    </a:p>
                  </a:txBody>
                  <a:tcPr anchor="ctr">
                    <a:solidFill>
                      <a:srgbClr val="225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장르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하이퍼 캐주얼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RPG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방치형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타워 디펜스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방치형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RPG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농장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시뮬레이션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타겟층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10세+ 전연령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전연령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전연령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전연령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조작 난이도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초간편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(원터치)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초간편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(원터치)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초간편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(원터치)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간편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(터치)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전투 시스템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(실시간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2D 전투)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(자동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타워 공격)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(자동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전투)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수집/가챠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(장비+동료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5티어 가챠)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(무기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업그레이드)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(캐릭터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가챠)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O(</a:t>
                      </a:r>
                      <a:r>
                        <a:rPr lang="ko-KR" altLang="en-US" dirty="0"/>
                        <a:t>농작물 수집</a:t>
                      </a:r>
                      <a:r>
                        <a:rPr lang="en-US" altLang="ko-KR" dirty="0"/>
                        <a:t>?)</a:t>
                      </a:r>
                      <a:endParaRPr dirty="0"/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농장/건설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(농장+건물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+경매장)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O(</a:t>
                      </a:r>
                      <a:r>
                        <a:rPr lang="ko-KR" altLang="en-US" dirty="0"/>
                        <a:t>캐릭터 능력치 업그레이드용</a:t>
                      </a:r>
                      <a:r>
                        <a:rPr lang="en-US" altLang="ko-KR" dirty="0"/>
                        <a:t>)</a:t>
                      </a:r>
                      <a:endParaRPr dirty="0"/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(농장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경영)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장비 강화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(30레벨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성공률)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(강화)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 (</a:t>
                      </a:r>
                      <a:r>
                        <a:rPr dirty="0" err="1"/>
                        <a:t>강화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소셜 기능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(채팅/랭킹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/메일)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(랭킹)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(길드)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(마을)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무한의탑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(층수 도전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엔드 콘텐츠)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(층수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도전)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O</a:t>
                      </a:r>
                      <a:endParaRPr dirty="0"/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월드보스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(협동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레이드)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O</a:t>
                      </a:r>
                      <a:endParaRPr dirty="0"/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미니게임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O (치매예방</a:t>
                      </a:r>
                    </a:p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두뇌 훈련)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O</a:t>
                      </a:r>
                      <a:endParaRPr dirty="0"/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7696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06  게임성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항목별 점수 비교 (5점 만점)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1620000"/>
            <a:ext cx="288000" cy="28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12000" y="158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INFINITY LEVEL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0" y="1620000"/>
            <a:ext cx="288000" cy="28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92000" y="158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The Tower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40000" y="1620000"/>
            <a:ext cx="288000" cy="28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72000" y="158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버섯커키우기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20000" y="1620000"/>
            <a:ext cx="288000" cy="28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52000" y="158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레알팜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0000" y="2160000"/>
          <a:ext cx="108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INFINITY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LEVEL UP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The Tower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버섯커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키우기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레알팜</a:t>
                      </a:r>
                    </a:p>
                  </a:txBody>
                  <a:tcPr anchor="ctr">
                    <a:solidFill>
                      <a:srgbClr val="33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조작 편의성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D4FF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8C00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A855F7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수집 다양성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D4FF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8C00"/>
                          </a:solidFill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A855F7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전투 재미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D4FF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8C00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A855F7"/>
                          </a:solidFill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</a:defRPr>
                      </a:pPr>
                      <a:r>
                        <a:t>★☆☆☆☆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성장 시스템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D4FF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8C00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A855F7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부가 콘텐츠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D4FF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8C00"/>
                          </a:solidFill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A855F7"/>
                          </a:solidFill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소셜 기능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D4FF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8C00"/>
                          </a:solidFill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A855F7"/>
                          </a:solidFill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22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접근성(연령)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D4FF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003D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8C00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A855F7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2A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06  차별화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INFINITY LEVEL UP만의 강점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800000"/>
            <a:ext cx="5220000" cy="2088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5220000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1944000"/>
            <a:ext cx="4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</a:defRPr>
            </a:pPr>
            <a:r>
              <a:t>The Tower에서 가져온 것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초간편 방치형 전투 메카닉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원터치 조작의 접근성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자동 전투 + 오프라인 보상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200" b="1">
                <a:solidFill>
                  <a:srgbClr val="FFD700"/>
                </a:solidFill>
              </a:defRPr>
            </a:pPr>
            <a:r>
              <a:t>  &gt;&gt; 차별화: 2D RPG 전투 + 스킬 시스템 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0000" y="1800000"/>
            <a:ext cx="5220000" cy="2088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60000" y="1800000"/>
            <a:ext cx="5220000" cy="5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20000" y="1944000"/>
            <a:ext cx="45000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rPr dirty="0" err="1"/>
              <a:t>버섯커키우기에서</a:t>
            </a:r>
            <a:r>
              <a:rPr dirty="0"/>
              <a:t> </a:t>
            </a:r>
            <a:r>
              <a:rPr dirty="0" err="1"/>
              <a:t>가져온</a:t>
            </a:r>
            <a:r>
              <a:rPr dirty="0"/>
              <a:t> 것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다양한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/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요소</a:t>
            </a:r>
            <a:endParaRPr dirty="0"/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가챠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캐릭터</a:t>
            </a:r>
            <a:r>
              <a:rPr dirty="0"/>
              <a:t>/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 </a:t>
            </a:r>
            <a:r>
              <a:rPr dirty="0" err="1"/>
              <a:t>시스템</a:t>
            </a:r>
            <a:endParaRPr lang="en-US" dirty="0"/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rPr lang="en-US" dirty="0"/>
              <a:t>(</a:t>
            </a:r>
            <a:r>
              <a:rPr lang="ko-KR" altLang="en-US" dirty="0"/>
              <a:t>여기선 동료대신 </a:t>
            </a:r>
            <a:r>
              <a:rPr lang="ko-KR" altLang="en-US" dirty="0" err="1"/>
              <a:t>펫개념</a:t>
            </a:r>
            <a:r>
              <a:rPr lang="en-US" altLang="ko-KR" dirty="0"/>
              <a:t>)</a:t>
            </a:r>
            <a:endParaRPr lang="en-US" dirty="0"/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200" b="1">
                <a:solidFill>
                  <a:srgbClr val="FFD700"/>
                </a:solidFill>
              </a:defRPr>
            </a:pPr>
            <a:r>
              <a:rPr dirty="0"/>
              <a:t>  &gt;&gt; </a:t>
            </a:r>
            <a:r>
              <a:rPr dirty="0" err="1"/>
              <a:t>차별화</a:t>
            </a:r>
            <a:r>
              <a:rPr dirty="0"/>
              <a:t>: 5티어 </a:t>
            </a:r>
            <a:r>
              <a:rPr dirty="0" err="1"/>
              <a:t>가챠</a:t>
            </a:r>
            <a:r>
              <a:rPr dirty="0"/>
              <a:t> + 30레벨 </a:t>
            </a:r>
            <a:r>
              <a:rPr dirty="0" err="1"/>
              <a:t>강화</a:t>
            </a:r>
            <a:r>
              <a:rPr dirty="0"/>
              <a:t> + </a:t>
            </a:r>
            <a:r>
              <a:rPr dirty="0" err="1"/>
              <a:t>동료</a:t>
            </a:r>
            <a:r>
              <a:rPr dirty="0"/>
              <a:t> </a:t>
            </a:r>
            <a:r>
              <a:rPr dirty="0" err="1"/>
              <a:t>시스템</a:t>
            </a:r>
            <a:r>
              <a:rPr lang="en-US" dirty="0"/>
              <a:t>, </a:t>
            </a:r>
            <a:r>
              <a:rPr lang="ko-KR" altLang="en-US" dirty="0"/>
              <a:t>단일개체가 아닌 사방에서 몰려오는 적 처치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20000" y="4140000"/>
            <a:ext cx="5220000" cy="2088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0000" y="4140000"/>
            <a:ext cx="5220000" cy="54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0000" y="4284000"/>
            <a:ext cx="4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</a:defRPr>
            </a:pPr>
            <a:r>
              <a:t>레알팜에서 가져온 것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농장 경영 시스템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작물 재배/수확 사이클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힐링 콘텐츠로 리텐션 강화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200" b="1">
                <a:solidFill>
                  <a:srgbClr val="FFD700"/>
                </a:solidFill>
              </a:defRPr>
            </a:pPr>
            <a:r>
              <a:t>  &gt;&gt; 차별화: 경매장(PvP 거래) + 건물 건설 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0000" y="4140000"/>
            <a:ext cx="5220000" cy="2088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60000" y="4140000"/>
            <a:ext cx="5220000" cy="54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0000" y="4284000"/>
            <a:ext cx="4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5F7"/>
                </a:solidFill>
              </a:defRPr>
            </a:pPr>
            <a:r>
              <a:t>INFINITY만의 독자 요소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치매예방 미니게임 (두뇌 훈련)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실시간 5채널 채팅 시스템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VIP + 랭킹 + 스킬 트리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Backend 클라우드 세이브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200" b="1">
                <a:solidFill>
                  <a:srgbClr val="FFD700"/>
                </a:solidFill>
              </a:defRPr>
            </a:pPr>
            <a:r>
              <a:t>  &gt;&gt; 3개 게임 장점 통합 + 치매예방 + 소셜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07  기술 스택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1980000" cy="4320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게임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0000" y="198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Unity 2D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0" y="198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2D RPG 개발, 씬 관리, 애니메이션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2520000"/>
            <a:ext cx="1980000" cy="4320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프로그래밍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0000" y="252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C#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0" y="252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게임 로직, 매니저 패턴, 이벤트 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3060000"/>
            <a:ext cx="1980000" cy="4320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렌더링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0" y="306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URP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0" y="306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최적화된 2D 렌더링, 커스텀 셰이더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3600000"/>
            <a:ext cx="1980000" cy="4320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백엔드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0000" y="3600000"/>
            <a:ext cx="252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rPr dirty="0"/>
              <a:t>Backend SDK</a:t>
            </a:r>
            <a:r>
              <a:rPr lang="en-US" dirty="0"/>
              <a:t>(</a:t>
            </a:r>
            <a:r>
              <a:rPr lang="ko-KR" altLang="en-US" dirty="0"/>
              <a:t>뒤끝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760000" y="360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유저 인증, 클라우드 저장, 채팅, 랭킹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4140000"/>
            <a:ext cx="1980000" cy="4320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0000" y="414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TextMesh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0" y="414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고품질 텍스트 렌더링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4680000"/>
            <a:ext cx="1980000" cy="4320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연출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0000" y="468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468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가챠 연출, 인트로, 시네마틱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5220000"/>
            <a:ext cx="1980000" cy="4320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0000" y="522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ScriptableObject + 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0" y="522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게임 데이터 정의 및 세이브/로드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000" y="5760000"/>
            <a:ext cx="1980000" cy="4320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최적화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0000" y="576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Object Pooling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5760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몬스터/총알/이펙트 재활용, GC 최소화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08-1  핵심 기능 - 전투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72000" cy="432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5400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rPr dirty="0" err="1"/>
              <a:t>실시간</a:t>
            </a:r>
            <a:r>
              <a:rPr dirty="0"/>
              <a:t> 2D </a:t>
            </a:r>
            <a:r>
              <a:rPr dirty="0" err="1"/>
              <a:t>전투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캐릭터</a:t>
            </a:r>
            <a:r>
              <a:rPr dirty="0"/>
              <a:t> </a:t>
            </a:r>
            <a:r>
              <a:rPr dirty="0" err="1"/>
              <a:t>타입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 err="1"/>
              <a:t>원거리</a:t>
            </a:r>
            <a:r>
              <a:rPr dirty="0"/>
              <a:t>(Ranged):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조준</a:t>
            </a:r>
            <a:r>
              <a:rPr dirty="0"/>
              <a:t> </a:t>
            </a:r>
            <a:r>
              <a:rPr dirty="0" err="1"/>
              <a:t>발사</a:t>
            </a: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크리티컬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4단계: Normal / Rare / Epic / Legendary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단계별</a:t>
            </a:r>
            <a:r>
              <a:rPr dirty="0"/>
              <a:t> </a:t>
            </a:r>
            <a:r>
              <a:rPr dirty="0" err="1"/>
              <a:t>데미지</a:t>
            </a:r>
            <a:r>
              <a:rPr dirty="0"/>
              <a:t> </a:t>
            </a:r>
            <a:r>
              <a:rPr dirty="0" err="1"/>
              <a:t>배율</a:t>
            </a:r>
            <a:r>
              <a:rPr dirty="0"/>
              <a:t> &amp; </a:t>
            </a:r>
            <a:r>
              <a:rPr dirty="0" err="1"/>
              <a:t>시각</a:t>
            </a:r>
            <a:r>
              <a:rPr dirty="0"/>
              <a:t> </a:t>
            </a:r>
            <a:r>
              <a:rPr dirty="0" err="1"/>
              <a:t>효과</a:t>
            </a: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몬스터</a:t>
            </a:r>
            <a:r>
              <a:rPr dirty="0"/>
              <a:t> AI &amp; </a:t>
            </a:r>
            <a:r>
              <a:rPr dirty="0" err="1"/>
              <a:t>스폰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플레이어</a:t>
            </a:r>
            <a:r>
              <a:rPr dirty="0"/>
              <a:t> </a:t>
            </a:r>
            <a:r>
              <a:rPr dirty="0" err="1"/>
              <a:t>감지</a:t>
            </a:r>
            <a:r>
              <a:rPr dirty="0"/>
              <a:t> -&gt; </a:t>
            </a:r>
            <a:r>
              <a:rPr dirty="0" err="1"/>
              <a:t>추적</a:t>
            </a:r>
            <a:r>
              <a:rPr dirty="0"/>
              <a:t> -&gt;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패턴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WaveSpawner</a:t>
            </a:r>
            <a:r>
              <a:rPr dirty="0"/>
              <a:t> </a:t>
            </a:r>
            <a:r>
              <a:rPr dirty="0" err="1"/>
              <a:t>웨이브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스폰</a:t>
            </a: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오브젝트</a:t>
            </a:r>
            <a:r>
              <a:rPr dirty="0"/>
              <a:t> </a:t>
            </a:r>
            <a:r>
              <a:rPr dirty="0" err="1"/>
              <a:t>풀링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PoolManager로</a:t>
            </a:r>
            <a:r>
              <a:rPr dirty="0"/>
              <a:t> GC </a:t>
            </a:r>
            <a:r>
              <a:rPr dirty="0" err="1"/>
              <a:t>최소화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200000" y="1800000"/>
            <a:ext cx="4320000" cy="432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60000" y="1980000"/>
            <a:ext cx="36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rPr dirty="0" err="1"/>
              <a:t>전투</a:t>
            </a:r>
            <a:r>
              <a:rPr dirty="0"/>
              <a:t> </a:t>
            </a:r>
            <a:r>
              <a:rPr dirty="0" err="1"/>
              <a:t>흐름</a:t>
            </a: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1. </a:t>
            </a:r>
            <a:r>
              <a:rPr dirty="0" err="1"/>
              <a:t>이동</a:t>
            </a:r>
            <a:r>
              <a:rPr dirty="0"/>
              <a:t> +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조준</a:t>
            </a:r>
            <a:endParaRPr dirty="0"/>
          </a:p>
          <a:p>
            <a:pPr algn="l">
              <a:defRPr sz="1000" b="0">
                <a:solidFill>
                  <a:srgbClr val="00D4FF"/>
                </a:solidFill>
              </a:defRPr>
            </a:pPr>
            <a:r>
              <a:rPr dirty="0"/>
              <a:t>     |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2. </a:t>
            </a:r>
            <a:r>
              <a:rPr dirty="0" err="1"/>
              <a:t>자동</a:t>
            </a:r>
            <a:r>
              <a:rPr dirty="0"/>
              <a:t>/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공격</a:t>
            </a:r>
            <a:endParaRPr dirty="0"/>
          </a:p>
          <a:p>
            <a:pPr algn="l">
              <a:defRPr sz="1000" b="0">
                <a:solidFill>
                  <a:srgbClr val="00D4FF"/>
                </a:solidFill>
              </a:defRPr>
            </a:pPr>
            <a:r>
              <a:rPr dirty="0"/>
              <a:t>     |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3. </a:t>
            </a:r>
            <a:r>
              <a:rPr dirty="0" err="1"/>
              <a:t>크리티컬</a:t>
            </a:r>
            <a:r>
              <a:rPr dirty="0"/>
              <a:t> </a:t>
            </a:r>
            <a:r>
              <a:rPr dirty="0" err="1"/>
              <a:t>판정</a:t>
            </a:r>
            <a:r>
              <a:rPr dirty="0"/>
              <a:t> &amp; </a:t>
            </a:r>
            <a:r>
              <a:rPr dirty="0" err="1"/>
              <a:t>데미지</a:t>
            </a:r>
            <a:endParaRPr dirty="0"/>
          </a:p>
          <a:p>
            <a:pPr algn="l">
              <a:defRPr sz="1000" b="0">
                <a:solidFill>
                  <a:srgbClr val="00D4FF"/>
                </a:solidFill>
              </a:defRPr>
            </a:pPr>
            <a:r>
              <a:rPr dirty="0"/>
              <a:t>     |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4. </a:t>
            </a:r>
            <a:r>
              <a:rPr dirty="0" err="1"/>
              <a:t>DamagePopup</a:t>
            </a:r>
            <a:r>
              <a:rPr dirty="0"/>
              <a:t> </a:t>
            </a:r>
            <a:r>
              <a:rPr dirty="0" err="1"/>
              <a:t>표시</a:t>
            </a:r>
            <a:endParaRPr dirty="0"/>
          </a:p>
          <a:p>
            <a:pPr algn="l">
              <a:defRPr sz="1000" b="0">
                <a:solidFill>
                  <a:srgbClr val="00D4FF"/>
                </a:solidFill>
              </a:defRPr>
            </a:pPr>
            <a:r>
              <a:rPr dirty="0"/>
              <a:t>     |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5. </a:t>
            </a:r>
            <a:r>
              <a:rPr dirty="0" err="1"/>
              <a:t>몬스터</a:t>
            </a:r>
            <a:r>
              <a:rPr dirty="0"/>
              <a:t> </a:t>
            </a:r>
            <a:r>
              <a:rPr dirty="0" err="1"/>
              <a:t>처치</a:t>
            </a:r>
            <a:endParaRPr dirty="0"/>
          </a:p>
          <a:p>
            <a:pPr algn="l">
              <a:defRPr sz="1000" b="0">
                <a:solidFill>
                  <a:srgbClr val="00D4FF"/>
                </a:solidFill>
              </a:defRPr>
            </a:pPr>
            <a:r>
              <a:rPr dirty="0"/>
              <a:t>     |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6. </a:t>
            </a:r>
            <a:r>
              <a:rPr dirty="0" err="1"/>
              <a:t>골드</a:t>
            </a:r>
            <a:r>
              <a:rPr dirty="0"/>
              <a:t>/</a:t>
            </a:r>
            <a:r>
              <a:rPr dirty="0" err="1"/>
              <a:t>경험치</a:t>
            </a:r>
            <a:r>
              <a:rPr dirty="0"/>
              <a:t>/</a:t>
            </a:r>
            <a:r>
              <a:rPr dirty="0" err="1"/>
              <a:t>아이템</a:t>
            </a:r>
            <a:r>
              <a:rPr dirty="0"/>
              <a:t> </a:t>
            </a:r>
            <a:r>
              <a:rPr dirty="0" err="1"/>
              <a:t>획득</a:t>
            </a:r>
            <a:endParaRPr dirty="0"/>
          </a:p>
          <a:p>
            <a:pPr algn="l">
              <a:defRPr sz="1000" b="0">
                <a:solidFill>
                  <a:srgbClr val="00D4FF"/>
                </a:solidFill>
              </a:defRPr>
            </a:pPr>
            <a:r>
              <a:rPr dirty="0"/>
              <a:t>     |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7. </a:t>
            </a:r>
            <a:r>
              <a:rPr dirty="0" err="1"/>
              <a:t>GameManager</a:t>
            </a:r>
            <a:r>
              <a:rPr dirty="0"/>
              <a:t> </a:t>
            </a:r>
            <a:r>
              <a:rPr dirty="0" err="1"/>
              <a:t>이벤트</a:t>
            </a:r>
            <a:r>
              <a:rPr dirty="0"/>
              <a:t> </a:t>
            </a:r>
            <a:r>
              <a:rPr dirty="0" err="1"/>
              <a:t>전파</a:t>
            </a:r>
            <a:endParaRPr dirty="0"/>
          </a:p>
          <a:p>
            <a:pPr algn="l">
              <a:defRPr sz="1000" b="0">
                <a:solidFill>
                  <a:srgbClr val="00D4FF"/>
                </a:solidFill>
              </a:defRPr>
            </a:pPr>
            <a:r>
              <a:rPr dirty="0"/>
              <a:t>     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rPr dirty="0"/>
              <a:t>08-2 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lang="en-US" altLang="ko-KR" dirty="0"/>
              <a:t>–</a:t>
            </a:r>
            <a:r>
              <a:rPr dirty="0"/>
              <a:t> </a:t>
            </a:r>
            <a:r>
              <a:rPr lang="ko-KR" altLang="en-US" dirty="0" err="1"/>
              <a:t>백앤드</a:t>
            </a:r>
            <a:r>
              <a:rPr lang="ko-KR" altLang="en-US" dirty="0"/>
              <a:t> 서버연동</a:t>
            </a:r>
            <a:r>
              <a:rPr dirty="0"/>
              <a:t> &amp; </a:t>
            </a:r>
            <a:r>
              <a:rPr lang="ko-KR" altLang="en-US" dirty="0" err="1"/>
              <a:t>동료뽑기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72000" cy="234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5400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rPr lang="ko-KR" altLang="en-US" dirty="0" err="1"/>
              <a:t>백앤드</a:t>
            </a:r>
            <a:r>
              <a:rPr lang="ko-KR" altLang="en-US" dirty="0"/>
              <a:t> 서버</a:t>
            </a:r>
            <a:r>
              <a:rPr lang="en-US" altLang="ko-KR" dirty="0"/>
              <a:t>(</a:t>
            </a:r>
            <a:r>
              <a:rPr lang="ko-KR" altLang="en-US" dirty="0"/>
              <a:t>뒤끝</a:t>
            </a:r>
            <a:r>
              <a:rPr lang="en-US" altLang="ko-KR" dirty="0"/>
              <a:t>)</a:t>
            </a: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600" b="1">
                <a:solidFill>
                  <a:srgbClr val="00D4FF"/>
                </a:solidFill>
              </a:defRPr>
            </a:pPr>
            <a:r>
              <a:rPr lang="ko-KR" altLang="en-US" dirty="0"/>
              <a:t>시스템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lang="ko-KR" altLang="en-US" dirty="0"/>
              <a:t>  </a:t>
            </a:r>
            <a:r>
              <a:rPr lang="ko-KR" altLang="en-US" dirty="0" err="1"/>
              <a:t>백앤드</a:t>
            </a:r>
            <a:r>
              <a:rPr lang="ko-KR" altLang="en-US" dirty="0"/>
              <a:t> 시스템으로 유저들 로그인가능</a:t>
            </a:r>
            <a:r>
              <a:rPr lang="en-US" altLang="ko-KR" dirty="0"/>
              <a:t>, </a:t>
            </a:r>
            <a:r>
              <a:rPr lang="ko-KR" altLang="en-US" dirty="0"/>
              <a:t>랭킹 가능하고</a:t>
            </a:r>
            <a:r>
              <a:rPr lang="en-US" altLang="ko-KR" dirty="0"/>
              <a:t>, </a:t>
            </a:r>
            <a:r>
              <a:rPr lang="ko-KR" altLang="en-US" dirty="0"/>
              <a:t>이벤트</a:t>
            </a:r>
            <a:r>
              <a:rPr lang="en-US" altLang="ko-KR" dirty="0"/>
              <a:t>, </a:t>
            </a:r>
            <a:r>
              <a:rPr lang="ko-KR" altLang="en-US" dirty="0"/>
              <a:t>채팅</a:t>
            </a:r>
            <a:r>
              <a:rPr lang="en-US" altLang="ko-KR" dirty="0"/>
              <a:t>,</a:t>
            </a:r>
            <a:r>
              <a:rPr lang="ko-KR" altLang="en-US" dirty="0"/>
              <a:t>우편 이 가능합니다</a:t>
            </a:r>
            <a:r>
              <a:rPr lang="en-US" altLang="ko-KR" dirty="0"/>
              <a:t>.</a:t>
            </a:r>
            <a:endParaRPr lang="ko-KR" altLang="en-US"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20000" y="4500000"/>
            <a:ext cx="72000" cy="18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4500000"/>
            <a:ext cx="540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rPr lang="ko-KR" altLang="en-US" dirty="0" err="1"/>
              <a:t>동료뽑기</a:t>
            </a:r>
            <a:endParaRPr dirty="0"/>
          </a:p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컨셉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lang="ko-KR" altLang="en-US" dirty="0"/>
              <a:t>예쁘고 화려한 </a:t>
            </a:r>
            <a:r>
              <a:rPr lang="ko-KR" altLang="en-US" dirty="0" err="1"/>
              <a:t>동료뽑기</a:t>
            </a:r>
            <a:endParaRPr dirty="0"/>
          </a:p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시스템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lang="ko-KR" altLang="en-US" dirty="0"/>
              <a:t>동료를 뽑아서 </a:t>
            </a:r>
            <a:r>
              <a:rPr lang="ko-KR" altLang="en-US" dirty="0" err="1"/>
              <a:t>레벨업시키고</a:t>
            </a:r>
            <a:r>
              <a:rPr lang="en-US" altLang="ko-KR" dirty="0"/>
              <a:t>, </a:t>
            </a:r>
            <a:r>
              <a:rPr lang="ko-KR" altLang="en-US" dirty="0"/>
              <a:t>스킨 입히고</a:t>
            </a:r>
            <a:r>
              <a:rPr lang="en-US" altLang="ko-KR" dirty="0"/>
              <a:t>, </a:t>
            </a:r>
            <a:r>
              <a:rPr lang="ko-KR" altLang="en-US" dirty="0"/>
              <a:t>성급 올리고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스킬레벨업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200000" y="1800000"/>
            <a:ext cx="4320000" cy="450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0000" y="1980000"/>
            <a:ext cx="36000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rPr dirty="0" err="1"/>
              <a:t>엔드</a:t>
            </a:r>
            <a:r>
              <a:rPr dirty="0"/>
              <a:t> </a:t>
            </a:r>
            <a:r>
              <a:rPr dirty="0" err="1"/>
              <a:t>콘텐츠</a:t>
            </a:r>
            <a:r>
              <a:rPr dirty="0"/>
              <a:t> </a:t>
            </a:r>
            <a:r>
              <a:rPr dirty="0" err="1"/>
              <a:t>사이클</a:t>
            </a:r>
            <a:endParaRPr dirty="0"/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(</a:t>
            </a:r>
            <a:r>
              <a:rPr dirty="0" err="1"/>
              <a:t>가챠</a:t>
            </a:r>
            <a:r>
              <a:rPr dirty="0"/>
              <a:t>)</a:t>
            </a:r>
          </a:p>
          <a:p>
            <a:pPr algn="l">
              <a:defRPr sz="1200" b="0">
                <a:solidFill>
                  <a:srgbClr val="00D4FF"/>
                </a:solidFill>
              </a:defRPr>
            </a:pPr>
            <a:r>
              <a:rPr dirty="0"/>
              <a:t>       |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 (</a:t>
            </a:r>
            <a:r>
              <a:rPr dirty="0" err="1"/>
              <a:t>레벨</a:t>
            </a:r>
            <a:r>
              <a:rPr lang="ko-KR" altLang="en-US" dirty="0"/>
              <a:t>업</a:t>
            </a:r>
            <a:r>
              <a:rPr lang="en-US" dirty="0"/>
              <a:t>,</a:t>
            </a:r>
            <a:r>
              <a:rPr lang="ko-KR" altLang="en-US" dirty="0"/>
              <a:t>성급</a:t>
            </a:r>
            <a:r>
              <a:rPr dirty="0"/>
              <a:t>)</a:t>
            </a:r>
          </a:p>
          <a:p>
            <a:pPr algn="l">
              <a:defRPr sz="1200" b="0">
                <a:solidFill>
                  <a:srgbClr val="00D4FF"/>
                </a:solidFill>
              </a:defRPr>
            </a:pPr>
            <a:r>
              <a:rPr dirty="0"/>
              <a:t>       |</a:t>
            </a:r>
            <a:endParaRPr lang="en-US" altLang="ko-KR" dirty="0"/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lang="en-US" altLang="ko-KR" dirty="0"/>
              <a:t>  </a:t>
            </a:r>
            <a:r>
              <a:rPr lang="ko-KR" altLang="en-US" dirty="0"/>
              <a:t>동료 강화 </a:t>
            </a:r>
            <a:r>
              <a:rPr lang="en-US" altLang="ko-KR" dirty="0"/>
              <a:t>(</a:t>
            </a:r>
            <a:r>
              <a:rPr lang="ko-KR" altLang="en-US" dirty="0" err="1"/>
              <a:t>레벨업</a:t>
            </a:r>
            <a:r>
              <a:rPr lang="en-US" altLang="ko-KR" dirty="0"/>
              <a:t>,</a:t>
            </a:r>
            <a:r>
              <a:rPr lang="ko-KR" altLang="en-US" dirty="0"/>
              <a:t>성급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lang="ko-KR" altLang="en-US" dirty="0"/>
              <a:t>      </a:t>
            </a:r>
            <a:r>
              <a:rPr lang="en-US" altLang="ko-KR" dirty="0"/>
              <a:t>|</a:t>
            </a:r>
          </a:p>
          <a:p>
            <a:pPr>
              <a:defRPr sz="1500" b="1">
                <a:solidFill>
                  <a:srgbClr val="FFD700"/>
                </a:solidFill>
              </a:defRPr>
            </a:pPr>
            <a:r>
              <a:rPr lang="ko-KR" altLang="en-US" dirty="0"/>
              <a:t>무한의탑 도전</a:t>
            </a:r>
          </a:p>
          <a:p>
            <a:pPr>
              <a:defRPr sz="1200" b="0">
                <a:solidFill>
                  <a:srgbClr val="00D4FF"/>
                </a:solidFill>
              </a:defRPr>
            </a:pPr>
            <a:r>
              <a:rPr lang="ko-KR" altLang="en-US" dirty="0"/>
              <a:t>       </a:t>
            </a:r>
            <a:r>
              <a:rPr lang="en-US" altLang="ko-KR" dirty="0"/>
              <a:t>|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lang="en-US" altLang="ko-KR" dirty="0"/>
              <a:t>  </a:t>
            </a:r>
            <a:r>
              <a:rPr lang="ko-KR" altLang="en-US" dirty="0"/>
              <a:t>더 높은 층 </a:t>
            </a:r>
            <a:r>
              <a:rPr lang="en-US" altLang="ko-KR" dirty="0"/>
              <a:t>= </a:t>
            </a:r>
            <a:r>
              <a:rPr lang="ko-KR" altLang="en-US" dirty="0"/>
              <a:t>더 좋은 보상</a:t>
            </a:r>
          </a:p>
          <a:p>
            <a:pPr>
              <a:defRPr sz="1200" b="0">
                <a:solidFill>
                  <a:srgbClr val="00D4FF"/>
                </a:solidFill>
              </a:defRPr>
            </a:pPr>
            <a:r>
              <a:rPr lang="ko-KR" altLang="en-US" dirty="0"/>
              <a:t>       </a:t>
            </a:r>
            <a:r>
              <a:rPr lang="en-US" altLang="ko-KR" dirty="0"/>
              <a:t>|</a:t>
            </a:r>
          </a:p>
          <a:p>
            <a:pPr>
              <a:defRPr sz="1500" b="1">
                <a:solidFill>
                  <a:srgbClr val="FFD700"/>
                </a:solidFill>
              </a:defRPr>
            </a:pPr>
            <a:r>
              <a:rPr lang="en-US" altLang="ko-KR" dirty="0"/>
              <a:t>  </a:t>
            </a:r>
            <a:r>
              <a:rPr lang="ko-KR" altLang="en-US" dirty="0"/>
              <a:t>월드보스 레이드 참여</a:t>
            </a:r>
          </a:p>
          <a:p>
            <a:pPr>
              <a:defRPr sz="1200" b="0">
                <a:solidFill>
                  <a:srgbClr val="00D4FF"/>
                </a:solidFill>
              </a:defRPr>
            </a:pPr>
            <a:r>
              <a:rPr lang="ko-KR" altLang="en-US" dirty="0"/>
              <a:t>       </a:t>
            </a:r>
            <a:r>
              <a:rPr lang="en-US" altLang="ko-KR" dirty="0"/>
              <a:t>|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rPr lang="en-US" altLang="ko-KR" dirty="0"/>
              <a:t>  </a:t>
            </a:r>
            <a:r>
              <a:rPr lang="ko-KR" altLang="en-US" dirty="0"/>
              <a:t>기여도 보상 획득</a:t>
            </a:r>
          </a:p>
          <a:p>
            <a:pPr>
              <a:defRPr sz="1200" b="0">
                <a:solidFill>
                  <a:srgbClr val="00D4FF"/>
                </a:solidFill>
              </a:defRPr>
            </a:pPr>
            <a:r>
              <a:rPr lang="ko-KR" altLang="en-US" dirty="0"/>
              <a:t>       </a:t>
            </a:r>
            <a:r>
              <a:rPr lang="en-US" altLang="ko-KR" dirty="0"/>
              <a:t>|</a:t>
            </a:r>
          </a:p>
          <a:p>
            <a:pPr>
              <a:defRPr sz="1500" b="1">
                <a:solidFill>
                  <a:srgbClr val="00E676"/>
                </a:solidFill>
              </a:defRPr>
            </a:pPr>
            <a:r>
              <a:rPr lang="en-US" altLang="ko-KR" dirty="0"/>
              <a:t>  </a:t>
            </a:r>
            <a:r>
              <a:rPr lang="ko-KR" altLang="en-US" dirty="0"/>
              <a:t>더 강한 장비로 반복</a:t>
            </a:r>
            <a:r>
              <a:rPr lang="en-US" altLang="ko-KR" dirty="0"/>
              <a:t>!</a:t>
            </a:r>
          </a:p>
          <a:p>
            <a:pPr>
              <a:defRPr sz="1500" b="1">
                <a:solidFill>
                  <a:srgbClr val="00E676"/>
                </a:solidFill>
              </a:defRPr>
            </a:pPr>
            <a:endParaRPr lang="en-US" altLang="ko-K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0FA71-9A52-3F2D-6D78-AAC07572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D31772-4281-EDB9-3293-5DFC319C421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7E7E6-02C0-9424-3410-7DBF37031B46}"/>
              </a:ext>
            </a:extLst>
          </p:cNvPr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5385F-8319-5FD5-D08C-2D34BF0A8107}"/>
              </a:ext>
            </a:extLst>
          </p:cNvPr>
          <p:cNvSpPr txBox="1"/>
          <p:nvPr/>
        </p:nvSpPr>
        <p:spPr>
          <a:xfrm>
            <a:off x="720000" y="360000"/>
            <a:ext cx="108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rPr dirty="0"/>
              <a:t>08-2</a:t>
            </a:r>
            <a:r>
              <a:rPr lang="en-US" dirty="0"/>
              <a:t>-1</a:t>
            </a:r>
            <a:r>
              <a:rPr dirty="0"/>
              <a:t> 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lang="en-US" altLang="ko-KR" dirty="0"/>
              <a:t>–</a:t>
            </a:r>
            <a:r>
              <a:rPr dirty="0"/>
              <a:t> </a:t>
            </a:r>
            <a:r>
              <a:rPr lang="ko-KR" altLang="en-US" dirty="0" err="1"/>
              <a:t>백앤드</a:t>
            </a:r>
            <a:endParaRPr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59D9CD7-CED1-E9E6-0046-54197DCA8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39" y="1084739"/>
            <a:ext cx="10888322" cy="538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41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rPr dirty="0"/>
              <a:t>08-</a:t>
            </a:r>
            <a:r>
              <a:rPr lang="en-US" altLang="ko-KR" dirty="0"/>
              <a:t>3</a:t>
            </a:r>
            <a:r>
              <a:rPr dirty="0"/>
              <a:t> 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- </a:t>
            </a:r>
            <a:r>
              <a:rPr dirty="0" err="1"/>
              <a:t>가챠</a:t>
            </a:r>
            <a:r>
              <a:rPr dirty="0"/>
              <a:t> &amp;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강화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72000" cy="198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rPr dirty="0" err="1"/>
              <a:t>가챠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가챠</a:t>
            </a:r>
            <a:r>
              <a:rPr dirty="0"/>
              <a:t>: 5티어 </a:t>
            </a:r>
            <a:r>
              <a:rPr dirty="0" err="1"/>
              <a:t>확률</a:t>
            </a:r>
            <a:r>
              <a:rPr dirty="0"/>
              <a:t> 풀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동료</a:t>
            </a:r>
            <a:r>
              <a:rPr dirty="0"/>
              <a:t> </a:t>
            </a:r>
            <a:r>
              <a:rPr dirty="0" err="1"/>
              <a:t>가챠</a:t>
            </a:r>
            <a:r>
              <a:rPr dirty="0"/>
              <a:t>: </a:t>
            </a:r>
            <a:r>
              <a:rPr dirty="0" err="1"/>
              <a:t>멀티탭</a:t>
            </a:r>
            <a:r>
              <a:rPr dirty="0"/>
              <a:t> </a:t>
            </a:r>
            <a:r>
              <a:rPr dirty="0" err="1"/>
              <a:t>소환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재화</a:t>
            </a:r>
            <a:r>
              <a:rPr dirty="0"/>
              <a:t>: </a:t>
            </a:r>
            <a:r>
              <a:rPr dirty="0" err="1"/>
              <a:t>티켓</a:t>
            </a:r>
            <a:r>
              <a:rPr dirty="0"/>
              <a:t> + </a:t>
            </a:r>
            <a:r>
              <a:rPr dirty="0" err="1"/>
              <a:t>보석</a:t>
            </a:r>
            <a:r>
              <a:rPr dirty="0"/>
              <a:t>(Gem)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Timeline </a:t>
            </a:r>
            <a:r>
              <a:rPr dirty="0" err="1"/>
              <a:t>연출</a:t>
            </a:r>
            <a:r>
              <a:rPr dirty="0"/>
              <a:t> (</a:t>
            </a:r>
            <a:r>
              <a:rPr dirty="0" err="1"/>
              <a:t>레전더리</a:t>
            </a:r>
            <a:r>
              <a:rPr dirty="0"/>
              <a:t> </a:t>
            </a:r>
            <a:r>
              <a:rPr dirty="0" err="1"/>
              <a:t>특수</a:t>
            </a:r>
            <a:r>
              <a:rPr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아이템</a:t>
            </a:r>
            <a:r>
              <a:rPr dirty="0"/>
              <a:t> </a:t>
            </a:r>
            <a:r>
              <a:rPr dirty="0" err="1"/>
              <a:t>그룹핑</a:t>
            </a:r>
            <a:r>
              <a:rPr dirty="0"/>
              <a:t> </a:t>
            </a:r>
            <a:r>
              <a:rPr dirty="0" err="1"/>
              <a:t>표시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20000" y="4140000"/>
            <a:ext cx="72000" cy="198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4140000"/>
            <a:ext cx="504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6종: </a:t>
            </a:r>
            <a:r>
              <a:rPr dirty="0" err="1"/>
              <a:t>무기</a:t>
            </a:r>
            <a:r>
              <a:rPr lang="en-US" dirty="0"/>
              <a:t>,</a:t>
            </a:r>
            <a:r>
              <a:rPr lang="ko-KR" altLang="en-US" dirty="0"/>
              <a:t>악세사리</a:t>
            </a:r>
            <a:r>
              <a:rPr dirty="0"/>
              <a:t>, </a:t>
            </a:r>
            <a:r>
              <a:rPr dirty="0" err="1"/>
              <a:t>투구</a:t>
            </a:r>
            <a:r>
              <a:rPr dirty="0"/>
              <a:t>, </a:t>
            </a:r>
            <a:r>
              <a:rPr dirty="0" err="1"/>
              <a:t>갑옷</a:t>
            </a:r>
            <a:r>
              <a:rPr dirty="0"/>
              <a:t>, </a:t>
            </a:r>
            <a:r>
              <a:rPr dirty="0" err="1"/>
              <a:t>장갑</a:t>
            </a:r>
            <a:r>
              <a:rPr dirty="0"/>
              <a:t>, </a:t>
            </a:r>
            <a:r>
              <a:rPr dirty="0" err="1"/>
              <a:t>부츠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스탯</a:t>
            </a:r>
            <a:r>
              <a:rPr dirty="0"/>
              <a:t>: </a:t>
            </a:r>
            <a:r>
              <a:rPr dirty="0" err="1"/>
              <a:t>공격력</a:t>
            </a:r>
            <a:r>
              <a:rPr dirty="0"/>
              <a:t>, </a:t>
            </a:r>
            <a:r>
              <a:rPr dirty="0" err="1"/>
              <a:t>방어력</a:t>
            </a:r>
            <a:r>
              <a:rPr dirty="0"/>
              <a:t>, HP, </a:t>
            </a:r>
            <a:r>
              <a:rPr dirty="0" err="1"/>
              <a:t>속도</a:t>
            </a:r>
            <a:r>
              <a:rPr dirty="0"/>
              <a:t>, </a:t>
            </a:r>
            <a:r>
              <a:rPr dirty="0" err="1"/>
              <a:t>크리율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강화</a:t>
            </a:r>
            <a:r>
              <a:rPr dirty="0"/>
              <a:t>: </a:t>
            </a:r>
            <a:r>
              <a:rPr dirty="0" err="1"/>
              <a:t>최대</a:t>
            </a:r>
            <a:r>
              <a:rPr dirty="0"/>
              <a:t> </a:t>
            </a:r>
            <a:r>
              <a:rPr lang="ko-KR" altLang="en-US" dirty="0"/>
              <a:t>없음</a:t>
            </a:r>
            <a:r>
              <a:rPr dirty="0"/>
              <a:t> (</a:t>
            </a:r>
            <a:r>
              <a:rPr dirty="0" err="1"/>
              <a:t>성공률</a:t>
            </a:r>
            <a:r>
              <a:rPr dirty="0"/>
              <a:t> </a:t>
            </a:r>
            <a:r>
              <a:rPr dirty="0" err="1"/>
              <a:t>감소</a:t>
            </a:r>
            <a:r>
              <a:rPr dirty="0"/>
              <a:t>)</a:t>
            </a:r>
            <a:endParaRPr lang="en-US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lang="en-US" dirty="0"/>
              <a:t>  </a:t>
            </a:r>
            <a:r>
              <a:rPr lang="ko-KR" altLang="en-US" dirty="0"/>
              <a:t>강화수치만큼 </a:t>
            </a:r>
            <a:r>
              <a:rPr lang="ko-KR" altLang="en-US" dirty="0" err="1"/>
              <a:t>레벨업</a:t>
            </a:r>
            <a:r>
              <a:rPr lang="ko-KR" altLang="en-US" dirty="0"/>
              <a:t> 한계수치 증가</a:t>
            </a:r>
            <a:r>
              <a:rPr lang="en-US" altLang="ko-KR" dirty="0"/>
              <a:t>.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실패</a:t>
            </a:r>
            <a:r>
              <a:rPr dirty="0"/>
              <a:t> 시 </a:t>
            </a:r>
            <a:r>
              <a:rPr dirty="0" err="1"/>
              <a:t>레벨</a:t>
            </a:r>
            <a:r>
              <a:rPr dirty="0"/>
              <a:t> </a:t>
            </a:r>
            <a:r>
              <a:rPr dirty="0" err="1"/>
              <a:t>하락</a:t>
            </a:r>
            <a:r>
              <a:rPr dirty="0"/>
              <a:t>  </a:t>
            </a:r>
            <a:endParaRPr lang="en-US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lang="en-US" dirty="0"/>
              <a:t>  </a:t>
            </a:r>
            <a:r>
              <a:rPr dirty="0" err="1"/>
              <a:t>안전</a:t>
            </a:r>
            <a:r>
              <a:rPr dirty="0"/>
              <a:t> </a:t>
            </a:r>
            <a:r>
              <a:rPr dirty="0" err="1"/>
              <a:t>강화</a:t>
            </a:r>
            <a:r>
              <a:rPr lang="en-US" dirty="0"/>
              <a:t>(</a:t>
            </a:r>
            <a:r>
              <a:rPr lang="ko-KR" altLang="en-US" dirty="0"/>
              <a:t>실패해도 레벨다운 </a:t>
            </a:r>
            <a:r>
              <a:rPr lang="en-US" altLang="ko-KR" dirty="0"/>
              <a:t>X)</a:t>
            </a:r>
            <a:r>
              <a:rPr dirty="0"/>
              <a:t> </a:t>
            </a:r>
            <a:r>
              <a:rPr dirty="0" err="1"/>
              <a:t>옵션</a:t>
            </a:r>
            <a:r>
              <a:rPr dirty="0"/>
              <a:t> </a:t>
            </a:r>
            <a:r>
              <a:rPr dirty="0" err="1"/>
              <a:t>제공</a:t>
            </a:r>
            <a:r>
              <a:rPr lang="en-US" dirty="0"/>
              <a:t>(Gem)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840000" y="1800000"/>
            <a:ext cx="4680000" cy="432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0" y="1980000"/>
            <a:ext cx="3960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강화</a:t>
            </a:r>
            <a:r>
              <a:rPr dirty="0"/>
              <a:t> </a:t>
            </a:r>
            <a:r>
              <a:rPr dirty="0" err="1"/>
              <a:t>성공률</a:t>
            </a:r>
            <a:endParaRPr dirty="0"/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00E676"/>
                </a:solidFill>
              </a:defRPr>
            </a:pPr>
            <a:r>
              <a:rPr dirty="0"/>
              <a:t>  </a:t>
            </a:r>
            <a:r>
              <a:rPr dirty="0" err="1"/>
              <a:t>Lv</a:t>
            </a:r>
            <a:r>
              <a:rPr dirty="0"/>
              <a:t> 1~5  -&gt;  100%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00E676"/>
                </a:solidFill>
              </a:defRPr>
            </a:pPr>
            <a:r>
              <a:rPr dirty="0"/>
              <a:t>  </a:t>
            </a:r>
            <a:r>
              <a:rPr dirty="0" err="1"/>
              <a:t>Lv</a:t>
            </a:r>
            <a:r>
              <a:rPr dirty="0"/>
              <a:t> 6~10  -&gt;  80%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D700"/>
                </a:solidFill>
              </a:defRPr>
            </a:pPr>
            <a:r>
              <a:rPr dirty="0"/>
              <a:t>  </a:t>
            </a:r>
            <a:r>
              <a:rPr dirty="0" err="1"/>
              <a:t>Lv</a:t>
            </a:r>
            <a:r>
              <a:rPr dirty="0"/>
              <a:t> 11~15  -&gt;  60%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D700"/>
                </a:solidFill>
              </a:defRPr>
            </a:pPr>
            <a:r>
              <a:rPr dirty="0"/>
              <a:t>  </a:t>
            </a:r>
            <a:r>
              <a:rPr dirty="0" err="1"/>
              <a:t>Lv</a:t>
            </a:r>
            <a:r>
              <a:rPr dirty="0"/>
              <a:t> 16~20  -&gt;  45%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4545"/>
                </a:solidFill>
              </a:defRPr>
            </a:pPr>
            <a:r>
              <a:rPr dirty="0"/>
              <a:t>  </a:t>
            </a:r>
            <a:r>
              <a:rPr dirty="0" err="1"/>
              <a:t>Lv</a:t>
            </a:r>
            <a:r>
              <a:rPr dirty="0"/>
              <a:t> 21~25  -&gt;  30%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4545"/>
                </a:solidFill>
              </a:defRPr>
            </a:pPr>
            <a:r>
              <a:rPr dirty="0"/>
              <a:t>  </a:t>
            </a:r>
            <a:r>
              <a:rPr dirty="0" err="1"/>
              <a:t>Lv</a:t>
            </a:r>
            <a:r>
              <a:rPr dirty="0"/>
              <a:t> 26~30  -&gt;  20%</a:t>
            </a:r>
            <a:endParaRPr lang="en-US" dirty="0"/>
          </a:p>
          <a:p>
            <a:pPr algn="l">
              <a:defRPr sz="1400" b="0">
                <a:solidFill>
                  <a:srgbClr val="FF4545"/>
                </a:solidFill>
              </a:defRPr>
            </a:pPr>
            <a:r>
              <a:rPr lang="en-US" dirty="0"/>
              <a:t>  ...</a:t>
            </a:r>
            <a:endParaRPr dirty="0"/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강화</a:t>
            </a:r>
            <a:r>
              <a:rPr dirty="0"/>
              <a:t> </a:t>
            </a:r>
            <a:r>
              <a:rPr dirty="0" err="1"/>
              <a:t>비용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골드</a:t>
            </a:r>
            <a:r>
              <a:rPr dirty="0"/>
              <a:t> + </a:t>
            </a:r>
            <a:r>
              <a:rPr dirty="0" err="1"/>
              <a:t>농장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(</a:t>
            </a:r>
            <a:r>
              <a:rPr dirty="0" err="1"/>
              <a:t>CropPoints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rPr dirty="0"/>
              <a:t>08-</a:t>
            </a:r>
            <a:r>
              <a:rPr lang="en-US" altLang="ko-KR" dirty="0"/>
              <a:t>4</a:t>
            </a:r>
            <a:r>
              <a:rPr dirty="0"/>
              <a:t> 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- </a:t>
            </a:r>
            <a:r>
              <a:rPr dirty="0" err="1"/>
              <a:t>농장</a:t>
            </a:r>
            <a:r>
              <a:rPr dirty="0"/>
              <a:t> &amp; </a:t>
            </a:r>
            <a:r>
              <a:rPr dirty="0" err="1"/>
              <a:t>스킬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72000" cy="216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1800000"/>
            <a:ext cx="5040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rPr dirty="0" err="1"/>
              <a:t>농장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(</a:t>
            </a:r>
            <a:r>
              <a:rPr dirty="0" err="1"/>
              <a:t>레알팜</a:t>
            </a:r>
            <a:r>
              <a:rPr dirty="0"/>
              <a:t> </a:t>
            </a:r>
            <a:r>
              <a:rPr dirty="0" err="1"/>
              <a:t>참고</a:t>
            </a:r>
            <a:r>
              <a:rPr dirty="0"/>
              <a:t>)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작물</a:t>
            </a:r>
            <a:r>
              <a:rPr dirty="0"/>
              <a:t> </a:t>
            </a:r>
            <a:r>
              <a:rPr dirty="0" err="1"/>
              <a:t>심기</a:t>
            </a:r>
            <a:r>
              <a:rPr dirty="0"/>
              <a:t>/</a:t>
            </a:r>
            <a:r>
              <a:rPr dirty="0" err="1"/>
              <a:t>재배</a:t>
            </a:r>
            <a:r>
              <a:rPr dirty="0"/>
              <a:t>/</a:t>
            </a:r>
            <a:r>
              <a:rPr dirty="0" err="1"/>
              <a:t>수확</a:t>
            </a:r>
            <a:r>
              <a:rPr dirty="0"/>
              <a:t> (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건물</a:t>
            </a:r>
            <a:r>
              <a:rPr dirty="0"/>
              <a:t> </a:t>
            </a:r>
            <a:r>
              <a:rPr dirty="0" err="1"/>
              <a:t>건설</a:t>
            </a:r>
            <a:r>
              <a:rPr dirty="0"/>
              <a:t> &amp; </a:t>
            </a:r>
            <a:r>
              <a:rPr dirty="0" err="1"/>
              <a:t>업그레이드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비료</a:t>
            </a:r>
            <a:r>
              <a:rPr dirty="0"/>
              <a:t>/물 </a:t>
            </a:r>
            <a:r>
              <a:rPr dirty="0" err="1"/>
              <a:t>시스템</a:t>
            </a:r>
            <a:r>
              <a:rPr dirty="0"/>
              <a:t> (</a:t>
            </a:r>
            <a:r>
              <a:rPr dirty="0" err="1"/>
              <a:t>성장</a:t>
            </a:r>
            <a:r>
              <a:rPr dirty="0"/>
              <a:t> </a:t>
            </a:r>
            <a:r>
              <a:rPr dirty="0" err="1"/>
              <a:t>부스트</a:t>
            </a:r>
            <a:r>
              <a:rPr dirty="0"/>
              <a:t>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경매장</a:t>
            </a:r>
            <a:r>
              <a:rPr dirty="0"/>
              <a:t>: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플레이어와</a:t>
            </a:r>
            <a:r>
              <a:rPr dirty="0"/>
              <a:t> </a:t>
            </a:r>
            <a:r>
              <a:rPr dirty="0" err="1"/>
              <a:t>거래</a:t>
            </a:r>
            <a:endParaRPr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농장</a:t>
            </a:r>
            <a:r>
              <a:rPr dirty="0"/>
              <a:t> </a:t>
            </a:r>
            <a:r>
              <a:rPr dirty="0" err="1"/>
              <a:t>전용</a:t>
            </a:r>
            <a:r>
              <a:rPr dirty="0"/>
              <a:t> </a:t>
            </a:r>
            <a:r>
              <a:rPr dirty="0" err="1"/>
              <a:t>재화</a:t>
            </a:r>
            <a:r>
              <a:rPr dirty="0"/>
              <a:t> (</a:t>
            </a:r>
            <a:r>
              <a:rPr dirty="0" err="1"/>
              <a:t>CropPoints</a:t>
            </a:r>
            <a:r>
              <a:rPr dirty="0"/>
              <a:t>)</a:t>
            </a:r>
            <a:endParaRPr lang="en-US" dirty="0"/>
          </a:p>
          <a:p>
            <a:pPr algn="l">
              <a:defRPr sz="1400" b="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rPr lang="ko-KR" altLang="en-US" b="1" dirty="0"/>
              <a:t>  작물을 키우다 보면 실제 포인트를 얻고</a:t>
            </a:r>
            <a:r>
              <a:rPr lang="en-US" altLang="ko-KR" b="1" dirty="0"/>
              <a:t>,</a:t>
            </a:r>
            <a:r>
              <a:rPr lang="ko-KR" altLang="en-US" b="1" dirty="0"/>
              <a:t>현실 아이템으로 교환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20000" y="4320000"/>
            <a:ext cx="72000" cy="18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4320000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스킬 시스템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포인트 기반 스킬 트리 학습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핫바 드래그 앤 드롭 배치 (8슬롯)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장비 패시브 스킬 자동 적용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  쿨다운 관리 + 자동 캐스트 토글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0000" y="1800000"/>
            <a:ext cx="4680000" cy="432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0000" y="1980000"/>
            <a:ext cx="39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씬 구조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1">
                <a:solidFill>
                  <a:srgbClr val="00D4FF"/>
                </a:solidFill>
              </a:defRPr>
            </a:pPr>
            <a:r>
              <a:t>  IntroVideo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  -&gt; 스플래시 / 인트로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1">
                <a:solidFill>
                  <a:srgbClr val="00D4FF"/>
                </a:solidFill>
              </a:defRPr>
            </a:pPr>
            <a:r>
              <a:t>  LoginScene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  -&gt; 로그인 + 캐릭터 슬롯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1">
                <a:solidFill>
                  <a:srgbClr val="00D4FF"/>
                </a:solidFill>
              </a:defRPr>
            </a:pPr>
            <a:r>
              <a:t>  MainScene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  -&gt; 전투, 인벤, 가챠, 상점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1">
                <a:solidFill>
                  <a:srgbClr val="00D4FF"/>
                </a:solidFill>
              </a:defRPr>
            </a:pPr>
            <a:r>
              <a:t>  FarmScene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  -&gt; 농장, 건물, 경매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800" b="1">
                <a:solidFill>
                  <a:srgbClr val="00D4FF"/>
                </a:solidFill>
              </a:defRPr>
            </a:pPr>
            <a:r>
              <a:t>데이터 흐름</a:t>
            </a:r>
          </a:p>
          <a:p>
            <a:pPr algn="l">
              <a:defRPr sz="4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GameDataBridge (Static)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-&gt; JSON 직렬화 (암호화)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-&gt; Backend 클라우드 백업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09  치매예방 미니게임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두뇌 훈련 콘텐츠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12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게임 내 미니게임 형태로 치매예방 두뇌 훈련 콘텐츠를 제공합니다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980000"/>
            <a:ext cx="5220000" cy="1908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0000" y="1980000"/>
            <a:ext cx="5220000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0000" y="2124000"/>
            <a:ext cx="45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기억력 카드 뒤집기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카드를 뒤집어 같은 그림 찾기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난이도별 카드 수 증가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제한 시간 내 모두 맞추기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기억력 &amp; 집중력 향상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0000" y="1980000"/>
            <a:ext cx="5220000" cy="1908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60000" y="1980000"/>
            <a:ext cx="5220000" cy="5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20000" y="2124000"/>
            <a:ext cx="45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숫자 순서 맞추기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화면에 표시된 숫자를 순서대로 터치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단계별 숫자 개수 증가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역순 모드 (큰 수 -&gt; 작은 수)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작업 기억력 훈련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4140000"/>
            <a:ext cx="5220000" cy="1908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0000" y="4140000"/>
            <a:ext cx="5220000" cy="54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0000" y="4284000"/>
            <a:ext cx="45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</a:defRPr>
            </a:pPr>
            <a:r>
              <a:t>색상 판별 게임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글자의 '색상'을 빠르게 판별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스트룹 효과 기반 두뇌 훈련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반응 속도 &amp; 인지 유연성 향상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점수 기반 랭킹 경쟁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0000" y="4140000"/>
            <a:ext cx="5220000" cy="1908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60000" y="4140000"/>
            <a:ext cx="5220000" cy="54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20000" y="4284000"/>
            <a:ext cx="45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</a:defRPr>
            </a:pPr>
            <a:r>
              <a:t>패턴 기억하기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화면에 나타난 패턴을 기억 후 재현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단계별 패턴 복잡도 증가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시각적 기억력 강화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  전연령 즐길 수 있는 난이도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10  아키텍처 &amp; 설계 패턴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3420000" cy="198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800000"/>
            <a:ext cx="3420000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7999" y="1980000"/>
            <a:ext cx="28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싱글톤 매니저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씬-로컬 싱글톤 패턴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Instance 중복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1800000"/>
            <a:ext cx="3420000" cy="198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80000" y="1800000"/>
            <a:ext cx="3420000" cy="5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68000" y="1980000"/>
            <a:ext cx="28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데이터 브릿지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GameDataBridge (Static)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씬 간 데이터 전달 + JSON 직렬화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1800000"/>
            <a:ext cx="3420000" cy="198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40000" y="1800000"/>
            <a:ext cx="3420000" cy="54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28000" y="1980000"/>
            <a:ext cx="28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</a:defRPr>
            </a:pPr>
            <a:r>
              <a:t>이벤트 시스템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OnGoldChanged, OnExpChanged 등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디커플링된 UI 업데이트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4140000"/>
            <a:ext cx="3420000" cy="198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0000" y="4140000"/>
            <a:ext cx="3420000" cy="54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7999" y="4320000"/>
            <a:ext cx="28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오브젝트 풀링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PoolManager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몬스터/총알/이펙트 재활용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0000" y="4140000"/>
            <a:ext cx="3420000" cy="198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80000" y="4140000"/>
            <a:ext cx="3420000" cy="54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68000" y="4320000"/>
            <a:ext cx="28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</a:defRPr>
            </a:pPr>
            <a:r>
              <a:t>실행 순서 제어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GameManager(-100)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SaveLoadManager(+100)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0000" y="4140000"/>
            <a:ext cx="3420000" cy="198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40000" y="4140000"/>
            <a:ext cx="3420000" cy="540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28000" y="4320000"/>
            <a:ext cx="28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</a:defRPr>
            </a:pPr>
            <a:r>
              <a:t>Backend 연동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BackendManager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t>인증, 저장, 채팅, 랭킹 통합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rPr dirty="0"/>
              <a:t>11  QA </a:t>
            </a:r>
            <a:r>
              <a:rPr lang="ko-KR" altLang="en-US" dirty="0" err="1"/>
              <a:t>작업표</a:t>
            </a:r>
            <a:endParaRPr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3076C85-EEC9-A0A1-1E36-75909E0B0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2" y="998831"/>
            <a:ext cx="11948611" cy="31787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9BF18-9EAF-A3D0-1FB3-924BEC48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6462E1-4323-CFD6-3B37-05C268127F3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89BBA1-D41C-76BB-C6F8-ACD696194C4D}"/>
              </a:ext>
            </a:extLst>
          </p:cNvPr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6BECA9-A882-EAA2-1587-C9ACC365041C}"/>
              </a:ext>
            </a:extLst>
          </p:cNvPr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11-2  QA 결과와 개선 사항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A7CFB7-3E3D-198D-CF4D-A6605E6FE4B6}"/>
              </a:ext>
            </a:extLst>
          </p:cNvPr>
          <p:cNvSpPr/>
          <p:nvPr/>
        </p:nvSpPr>
        <p:spPr>
          <a:xfrm>
            <a:off x="720000" y="1800000"/>
            <a:ext cx="10800000" cy="126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45536-7CA6-40B7-1FEB-D91EBA69AB67}"/>
              </a:ext>
            </a:extLst>
          </p:cNvPr>
          <p:cNvSpPr txBox="1"/>
          <p:nvPr/>
        </p:nvSpPr>
        <p:spPr>
          <a:xfrm>
            <a:off x="1080000" y="1872000"/>
            <a:ext cx="10080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/>
              <a:t>[IMPROVE] </a:t>
            </a:r>
            <a:r>
              <a:rPr lang="ko-KR" altLang="en-US" dirty="0" err="1"/>
              <a:t>스크롤뷰에서</a:t>
            </a:r>
            <a:r>
              <a:rPr lang="ko-KR" altLang="en-US" dirty="0"/>
              <a:t> 영역 마음대로이동</a:t>
            </a:r>
            <a:r>
              <a:rPr dirty="0"/>
              <a:t> </a:t>
            </a:r>
            <a:endParaRPr lang="ko-KR" altLang="en-US" dirty="0"/>
          </a:p>
          <a:p>
            <a:pPr algn="l">
              <a:defRPr sz="1300" b="0">
                <a:solidFill>
                  <a:srgbClr val="00E676"/>
                </a:solidFill>
              </a:defRPr>
            </a:pPr>
            <a:r>
              <a:rPr lang="ko-KR" altLang="en-US" dirty="0"/>
              <a:t>  </a:t>
            </a:r>
            <a:r>
              <a:rPr lang="en-US" altLang="ko-KR" dirty="0"/>
              <a:t>-&gt; </a:t>
            </a:r>
            <a:r>
              <a:rPr lang="en-US" altLang="ko-KR" dirty="0" err="1"/>
              <a:t>ScrollView</a:t>
            </a:r>
            <a:r>
              <a:rPr lang="ko-KR" altLang="en-US" dirty="0"/>
              <a:t>에서</a:t>
            </a:r>
            <a:r>
              <a:rPr lang="en-US" altLang="ko-KR" dirty="0"/>
              <a:t>Elastic -&gt; Clamped</a:t>
            </a:r>
            <a:r>
              <a:rPr lang="ko-KR" altLang="en-US" dirty="0"/>
              <a:t>로 변경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F750ED-5895-4909-2981-7F398752FABD}"/>
              </a:ext>
            </a:extLst>
          </p:cNvPr>
          <p:cNvSpPr/>
          <p:nvPr/>
        </p:nvSpPr>
        <p:spPr>
          <a:xfrm>
            <a:off x="720000" y="3240000"/>
            <a:ext cx="10800000" cy="126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8B527-B6E0-2832-6348-1209302E9643}"/>
              </a:ext>
            </a:extLst>
          </p:cNvPr>
          <p:cNvSpPr txBox="1"/>
          <p:nvPr/>
        </p:nvSpPr>
        <p:spPr>
          <a:xfrm>
            <a:off x="1080000" y="3311999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/>
              <a:t>[IMPROVE] UI </a:t>
            </a:r>
            <a:r>
              <a:rPr dirty="0" err="1"/>
              <a:t>클릭</a:t>
            </a:r>
            <a:r>
              <a:rPr dirty="0"/>
              <a:t> </a:t>
            </a:r>
            <a:r>
              <a:rPr dirty="0" err="1"/>
              <a:t>가드</a:t>
            </a:r>
            <a:endParaRPr dirty="0"/>
          </a:p>
          <a:p>
            <a:pPr algn="l">
              <a:defRPr sz="1300" b="0">
                <a:solidFill>
                  <a:srgbClr val="CCCCCC"/>
                </a:solidFill>
              </a:defRPr>
            </a:pPr>
            <a:r>
              <a:rPr dirty="0"/>
              <a:t> 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연속</a:t>
            </a:r>
            <a:r>
              <a:rPr dirty="0"/>
              <a:t> </a:t>
            </a:r>
            <a:r>
              <a:rPr dirty="0" err="1"/>
              <a:t>클릭으로</a:t>
            </a:r>
            <a:r>
              <a:rPr dirty="0"/>
              <a:t>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동작</a:t>
            </a:r>
            <a:r>
              <a:rPr dirty="0"/>
              <a:t> </a:t>
            </a:r>
            <a:r>
              <a:rPr dirty="0" err="1"/>
              <a:t>발생</a:t>
            </a:r>
            <a:endParaRPr dirty="0"/>
          </a:p>
          <a:p>
            <a:pPr algn="l">
              <a:defRPr sz="1300" b="0">
                <a:solidFill>
                  <a:srgbClr val="00E676"/>
                </a:solidFill>
              </a:defRPr>
            </a:pPr>
            <a:r>
              <a:rPr dirty="0"/>
              <a:t>  -&gt; </a:t>
            </a:r>
            <a:r>
              <a:rPr dirty="0" err="1"/>
              <a:t>UIClickGuard</a:t>
            </a:r>
            <a:r>
              <a:rPr dirty="0"/>
              <a:t> </a:t>
            </a:r>
            <a:r>
              <a:rPr dirty="0" err="1"/>
              <a:t>전역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</a:t>
            </a:r>
            <a:r>
              <a:rPr dirty="0" err="1"/>
              <a:t>쿨다운</a:t>
            </a:r>
            <a:r>
              <a:rPr dirty="0"/>
              <a:t> </a:t>
            </a:r>
            <a:r>
              <a:rPr dirty="0" err="1"/>
              <a:t>패턴</a:t>
            </a:r>
            <a:r>
              <a:rPr dirty="0"/>
              <a:t> </a:t>
            </a:r>
            <a:r>
              <a:rPr dirty="0" err="1"/>
              <a:t>적용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5DA9B7E-F828-9DBD-9AA9-C91CC39DE01B}"/>
              </a:ext>
            </a:extLst>
          </p:cNvPr>
          <p:cNvSpPr/>
          <p:nvPr/>
        </p:nvSpPr>
        <p:spPr>
          <a:xfrm>
            <a:off x="720000" y="4680000"/>
            <a:ext cx="10800000" cy="126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90F005-CAE6-E62F-602A-55A539A3384A}"/>
              </a:ext>
            </a:extLst>
          </p:cNvPr>
          <p:cNvSpPr txBox="1"/>
          <p:nvPr/>
        </p:nvSpPr>
        <p:spPr>
          <a:xfrm>
            <a:off x="1080000" y="4752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[IMPROVE] 가챠 결과 그룹핑</a:t>
            </a:r>
          </a:p>
          <a:p>
            <a:pPr algn="l">
              <a:defRPr sz="1300" b="0">
                <a:solidFill>
                  <a:srgbClr val="CCCCCC"/>
                </a:solidFill>
              </a:defRPr>
            </a:pPr>
            <a:r>
              <a:t>  같은 아이템이 개별 표시되어 가독성 저하</a:t>
            </a:r>
          </a:p>
          <a:p>
            <a:pPr algn="l">
              <a:defRPr sz="1300" b="0">
                <a:solidFill>
                  <a:srgbClr val="00E676"/>
                </a:solidFill>
              </a:defRPr>
            </a:pPr>
            <a:r>
              <a:t>  -&gt; 중복 아이템 그룹핑 패턴으로 UI 개선</a:t>
            </a:r>
          </a:p>
        </p:txBody>
      </p:sp>
    </p:spTree>
    <p:extLst>
      <p:ext uri="{BB962C8B-B14F-4D97-AF65-F5344CB8AC3E}">
        <p14:creationId xmlns:p14="http://schemas.microsoft.com/office/powerpoint/2010/main" val="2716575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11-2  QA 결과와 개선 사항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1800000"/>
            <a:ext cx="10800000" cy="126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1872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[IMPROVE] 튜토리얼 중 버튼 차단</a:t>
            </a:r>
          </a:p>
          <a:p>
            <a:pPr algn="l">
              <a:defRPr sz="1300" b="0">
                <a:solidFill>
                  <a:srgbClr val="CCCCCC"/>
                </a:solidFill>
              </a:defRPr>
            </a:pPr>
            <a:r>
              <a:t>  튜토리얼 중 포커스 외 버튼 클릭 시 의도치 않은 동작</a:t>
            </a:r>
          </a:p>
          <a:p>
            <a:pPr algn="l">
              <a:defRPr sz="1300" b="0">
                <a:solidFill>
                  <a:srgbClr val="00E676"/>
                </a:solidFill>
              </a:defRPr>
            </a:pPr>
            <a:r>
              <a:t>  -&gt; ShouldBlockNonFocusButtons로 포커스 외 버튼 차단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240000"/>
            <a:ext cx="10800000" cy="126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3311999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[IMPROVE] UI 클릭 가드</a:t>
            </a:r>
          </a:p>
          <a:p>
            <a:pPr algn="l">
              <a:defRPr sz="1300" b="0">
                <a:solidFill>
                  <a:srgbClr val="CCCCCC"/>
                </a:solidFill>
              </a:defRPr>
            </a:pPr>
            <a:r>
              <a:t>  빠른 연속 클릭으로 중복 동작 발생</a:t>
            </a:r>
          </a:p>
          <a:p>
            <a:pPr algn="l">
              <a:defRPr sz="1300" b="0">
                <a:solidFill>
                  <a:srgbClr val="00E676"/>
                </a:solidFill>
              </a:defRPr>
            </a:pPr>
            <a:r>
              <a:t>  -&gt; UIClickGuard 전역 클릭 쿨다운 패턴 적용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680000"/>
            <a:ext cx="10800000" cy="126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0000" y="4752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[IMPROVE] 가챠 결과 그룹핑</a:t>
            </a:r>
          </a:p>
          <a:p>
            <a:pPr algn="l">
              <a:defRPr sz="1300" b="0">
                <a:solidFill>
                  <a:srgbClr val="CCCCCC"/>
                </a:solidFill>
              </a:defRPr>
            </a:pPr>
            <a:r>
              <a:t>  같은 아이템이 개별 표시되어 가독성 저하</a:t>
            </a:r>
          </a:p>
          <a:p>
            <a:pPr algn="l">
              <a:defRPr sz="1300" b="0">
                <a:solidFill>
                  <a:srgbClr val="00E676"/>
                </a:solidFill>
              </a:defRPr>
            </a:pPr>
            <a:r>
              <a:t>  -&gt; 중복 아이템 그룹핑 패턴으로 UI 개선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</a:defRPr>
            </a:pPr>
            <a:r>
              <a:t>12  시연 동영상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40000" y="1800000"/>
            <a:ext cx="9360000" cy="3960000"/>
          </a:xfrm>
          <a:prstGeom prst="roundRect">
            <a:avLst/>
          </a:prstGeom>
          <a:solidFill>
            <a:srgbClr val="22223E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60000" y="2520000"/>
            <a:ext cx="79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시연 동영상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별도 파일로 제출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ctr">
              <a:defRPr sz="1600" b="0">
                <a:solidFill>
                  <a:srgbClr val="CCCCCC"/>
                </a:solidFill>
              </a:defRPr>
            </a:pPr>
            <a:r>
              <a:t>용량: 100MB 이하  |  길이: 5~10분</a:t>
            </a:r>
          </a:p>
          <a:p>
            <a:pPr algn="ctr">
              <a:defRPr sz="1600" b="0">
                <a:solidFill>
                  <a:srgbClr val="CCCCCC"/>
                </a:solidFill>
              </a:defRPr>
            </a:pPr>
            <a:r>
              <a:t>기능별 소개 음성 포함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40000" y="1800000"/>
            <a:ext cx="93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600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INFINITY LEVEL UP</a:t>
            </a:r>
          </a:p>
          <a:p>
            <a:pPr algn="ctr">
              <a:defRPr sz="1800" b="0">
                <a:solidFill>
                  <a:srgbClr val="CCCCCC"/>
                </a:solidFill>
              </a:defRPr>
            </a:pPr>
            <a:r>
              <a:t>K-Digital Training 팀별 프로젝트 결과보고서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1695" cy="21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124</TotalTime>
  <Words>2212</Words>
  <Application>Microsoft Office PowerPoint</Application>
  <PresentationFormat>와이드스크린</PresentationFormat>
  <Paragraphs>576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동혁 박</cp:lastModifiedBy>
  <cp:revision>1</cp:revision>
  <dcterms:created xsi:type="dcterms:W3CDTF">2013-01-27T09:14:16Z</dcterms:created>
  <dcterms:modified xsi:type="dcterms:W3CDTF">2026-03-27T03:12:09Z</dcterms:modified>
  <cp:category/>
</cp:coreProperties>
</file>